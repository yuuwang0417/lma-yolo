
<file path=[Content_Types].xml><?xml version="1.0" encoding="utf-8"?>
<Types xmlns="http://schemas.openxmlformats.org/package/2006/content-types">
  <Default Extension="png" ContentType="image/png"/>
  <Default Extension="webp" ContentType="image/web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87" r:id="rId2"/>
    <p:sldId id="489" r:id="rId3"/>
    <p:sldId id="486" r:id="rId4"/>
    <p:sldId id="259" r:id="rId5"/>
    <p:sldId id="484" r:id="rId6"/>
    <p:sldId id="495" r:id="rId7"/>
    <p:sldId id="494" r:id="rId8"/>
    <p:sldId id="490" r:id="rId9"/>
    <p:sldId id="492" r:id="rId10"/>
    <p:sldId id="493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E5AF"/>
    <a:srgbClr val="F2F5D8"/>
    <a:srgbClr val="FB9D9D"/>
    <a:srgbClr val="F4B183"/>
    <a:srgbClr val="EFB0F2"/>
    <a:srgbClr val="FCBCBC"/>
    <a:srgbClr val="FDD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0E9258-8BCA-2718-68ED-03A48CAE9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6E9622-742B-6988-C6A6-E05C633DC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457F9A-7C34-FE60-7FCA-55910824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A0B2F9-CB9A-9274-870E-9D72BEFE1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D11BC0-6206-909D-9514-23B737DF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70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C76A82-AE1D-C3ED-7B06-38732E5A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24AEF2-8DC2-FB66-48A1-6801B81E8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8B7B55-A67E-B002-CB81-C195F69F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F10D05-9970-6E63-B359-FD419741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449DFC-2DD7-BDC4-1EE8-5A117B52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6330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92BF4-5B3D-D493-7054-B281D8861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EE9EE1-163E-F33E-58AA-E71191679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C7EB40-1C39-8144-2322-4A687782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22C8C0-A2CE-9FD0-FC83-16DB71A9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B316C8-D334-3CA2-143E-0EB44A6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67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E307A-EC85-F52F-0567-19B86458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04C3A9-087C-EE7E-F54C-16FFF8932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68B6B3D-C881-A0BA-C91D-2B3BEF097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F7B12A-B286-A3BB-1754-97DD1D6D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96A238-238C-B8B1-FC73-56B740FF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29EE688-95AD-9E5D-E994-45B8A27E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36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99C68-4B41-6040-4C94-D5D904DD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778BDD-214A-0E37-A223-CC65C2A27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4AFAE5-9DCA-604C-BA8A-68452FF21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F083880-36BC-460B-749B-C38933B32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00DEAC9-877A-E250-2BBC-C5AC0B01F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FBB44C5-941C-6259-31ED-C9E1FEA7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40C6429-DF6B-97BA-0806-EA3827E65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343FD3E-01AF-84FC-1AF3-E6CEBDEC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22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73CFB-C920-5BFD-E5B2-AD8C5C35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DE687B3-0575-D9BA-FB95-5B7EC2AE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DFEEFB-284D-9B2F-B7C6-021D1C7A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FBB7D23-A91A-D8CA-AC2D-9C32C1DE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2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5ACDAB1-FBF6-9886-D07A-B646412B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2A1F84-672F-F673-2B49-F6278B3E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9D1540-C2FB-F551-86F8-C96E2D30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13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8DFD3-3124-CA1C-F467-E5783FC4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7F476E-8C12-9303-9C17-6C208D153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351515-E3FF-75B1-6748-B78DC5C6F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DB7BD7-46F9-43E1-8B2E-FC90FAED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C2BDD4-323E-868B-2119-9DAF2716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CD006F-BF87-4981-D30D-66607E933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71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027F69-DB2B-2741-1C99-FF8DF6D8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42A1CE-119E-F647-7B33-4136554A2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81C953F-8A06-11DA-2E42-5B9F21DB6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8147BF-09F6-0693-2146-79AAE6098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2470B37-3D10-7264-C6D7-00DC0B8E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2D7425-1B02-D864-BFB7-FF1AD720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432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50C209-399E-8667-7476-425254475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74B4200-28D1-A143-6086-E5ED99E5A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5CA43A-8BFB-5A5E-B586-12CF83C8B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43116F-E4F0-BED8-8FB0-AF49C081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0FC81E-87C5-DE8D-2B41-CA609369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14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FF16175-19A8-3DF1-D24B-7305B2F3A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3A2F645-B421-5C7D-4A58-148F6755B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4A7EE8-4AC4-8608-FAC4-E4A3F540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6061AE-D431-B830-FC40-3E1F68B65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052CAC-8E17-8F4B-F902-998CF19E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81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B554DF-82FB-4127-A918-15E6C67B9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E0DE2B-5E21-8FD1-4181-3AD13F499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36FB82-C488-7CF0-B796-662A163C0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A54DA-E699-42B5-9479-36D16AF5488E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E1B64D-ED68-CDD9-9B5F-1419BCA89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B9D6BF-4793-FC68-4162-220509956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2CE88-F85B-4A4F-AB3D-373D159518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47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50.png"/><Relationship Id="rId7" Type="http://schemas.openxmlformats.org/officeDocument/2006/relationships/image" Target="../media/image300.png"/><Relationship Id="rId12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image" Target="../media/image32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5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43.png"/><Relationship Id="rId3" Type="http://schemas.openxmlformats.org/officeDocument/2006/relationships/image" Target="../media/image56.png"/><Relationship Id="rId12" Type="http://schemas.openxmlformats.org/officeDocument/2006/relationships/image" Target="../media/image4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41.png"/><Relationship Id="rId5" Type="http://schemas.openxmlformats.org/officeDocument/2006/relationships/image" Target="../media/image58.png"/><Relationship Id="rId10" Type="http://schemas.openxmlformats.org/officeDocument/2006/relationships/image" Target="../media/image40.png"/><Relationship Id="rId4" Type="http://schemas.openxmlformats.org/officeDocument/2006/relationships/image" Target="../media/image57.png"/><Relationship Id="rId9" Type="http://schemas.openxmlformats.org/officeDocument/2006/relationships/image" Target="../media/image5.png"/><Relationship Id="rId1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1629-C524-DCE2-2E74-DECF2C8E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3" name="群組 1062">
            <a:extLst>
              <a:ext uri="{FF2B5EF4-FFF2-40B4-BE49-F238E27FC236}">
                <a16:creationId xmlns:a16="http://schemas.microsoft.com/office/drawing/2014/main" id="{D6DABFF7-2715-2DE9-09B3-EB7E32C0630F}"/>
              </a:ext>
            </a:extLst>
          </p:cNvPr>
          <p:cNvGrpSpPr/>
          <p:nvPr/>
        </p:nvGrpSpPr>
        <p:grpSpPr>
          <a:xfrm>
            <a:off x="4044228" y="949006"/>
            <a:ext cx="3057605" cy="4269170"/>
            <a:chOff x="4044228" y="949006"/>
            <a:chExt cx="3057605" cy="4269170"/>
          </a:xfrm>
        </p:grpSpPr>
        <p:sp>
          <p:nvSpPr>
            <p:cNvPr id="1061" name="矩形: 圓角 1060">
              <a:extLst>
                <a:ext uri="{FF2B5EF4-FFF2-40B4-BE49-F238E27FC236}">
                  <a16:creationId xmlns:a16="http://schemas.microsoft.com/office/drawing/2014/main" id="{6D6C423B-066B-EA71-6AF7-5FF540E7237E}"/>
                </a:ext>
              </a:extLst>
            </p:cNvPr>
            <p:cNvSpPr/>
            <p:nvPr/>
          </p:nvSpPr>
          <p:spPr>
            <a:xfrm>
              <a:off x="4044228" y="949006"/>
              <a:ext cx="3057605" cy="426917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46FE8F36-E16A-187C-B66D-3E7A4930A5FF}"/>
                </a:ext>
              </a:extLst>
            </p:cNvPr>
            <p:cNvSpPr/>
            <p:nvPr/>
          </p:nvSpPr>
          <p:spPr>
            <a:xfrm>
              <a:off x="4810994" y="2284047"/>
              <a:ext cx="1239338" cy="3233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       </a:t>
              </a:r>
              <a:r>
                <a:rPr lang="en-US" altLang="zh-TW" sz="135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r>
                <a:rPr lang="en-US" altLang="zh-TW" sz="135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135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76553B5E-7B1D-2461-506E-0844D26ABD44}"/>
                </a:ext>
              </a:extLst>
            </p:cNvPr>
            <p:cNvSpPr/>
            <p:nvPr/>
          </p:nvSpPr>
          <p:spPr>
            <a:xfrm>
              <a:off x="4810994" y="1770390"/>
              <a:ext cx="1239338" cy="32330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6AD90D94-4592-84CB-894B-3A7CD40E9D63}"/>
                </a:ext>
              </a:extLst>
            </p:cNvPr>
            <p:cNvSpPr/>
            <p:nvPr/>
          </p:nvSpPr>
          <p:spPr>
            <a:xfrm>
              <a:off x="5083657" y="4322938"/>
              <a:ext cx="694011" cy="212556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scaling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79947B70-43C1-65DC-13FE-1C325F21A232}"/>
                </a:ext>
              </a:extLst>
            </p:cNvPr>
            <p:cNvSpPr/>
            <p:nvPr/>
          </p:nvSpPr>
          <p:spPr>
            <a:xfrm>
              <a:off x="4810994" y="2797704"/>
              <a:ext cx="1239338" cy="3233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       </a:t>
              </a:r>
              <a:r>
                <a:rPr lang="en-US" altLang="zh-TW" sz="135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r>
                <a:rPr lang="en-US" altLang="zh-TW" sz="135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135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43610BFD-1787-48B6-02BB-167255C5FC63}"/>
                </a:ext>
              </a:extLst>
            </p:cNvPr>
            <p:cNvSpPr/>
            <p:nvPr/>
          </p:nvSpPr>
          <p:spPr>
            <a:xfrm>
              <a:off x="4810994" y="3311361"/>
              <a:ext cx="1239338" cy="3233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       </a:t>
              </a:r>
              <a:r>
                <a:rPr lang="en-US" altLang="zh-TW" sz="135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r>
                <a:rPr lang="en-US" altLang="zh-TW" sz="135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135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63F2740F-6035-879F-72CB-773902752F77}"/>
                </a:ext>
              </a:extLst>
            </p:cNvPr>
            <p:cNvSpPr/>
            <p:nvPr/>
          </p:nvSpPr>
          <p:spPr>
            <a:xfrm>
              <a:off x="4120023" y="3853344"/>
              <a:ext cx="2621280" cy="323307"/>
            </a:xfrm>
            <a:prstGeom prst="roundRect">
              <a:avLst/>
            </a:prstGeom>
            <a:solidFill>
              <a:srgbClr val="FCBCBC"/>
            </a:solidFill>
            <a:ln>
              <a:solidFill>
                <a:srgbClr val="FDD7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E6B8684C-2B35-4030-820C-EB072819DF74}"/>
                </a:ext>
              </a:extLst>
            </p:cNvPr>
            <p:cNvSpPr/>
            <p:nvPr/>
          </p:nvSpPr>
          <p:spPr>
            <a:xfrm>
              <a:off x="4120023" y="1228406"/>
              <a:ext cx="2621280" cy="32330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F6E24A00-5DFB-109A-D0BC-D04B7568B5FD}"/>
                </a:ext>
              </a:extLst>
            </p:cNvPr>
            <p:cNvSpPr/>
            <p:nvPr/>
          </p:nvSpPr>
          <p:spPr>
            <a:xfrm>
              <a:off x="4120022" y="1214242"/>
              <a:ext cx="2621280" cy="351633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23" name="流程圖: 接點 22">
              <a:extLst>
                <a:ext uri="{FF2B5EF4-FFF2-40B4-BE49-F238E27FC236}">
                  <a16:creationId xmlns:a16="http://schemas.microsoft.com/office/drawing/2014/main" id="{12BD0D56-E079-D1C0-9AF6-CFA5E83076A2}"/>
                </a:ext>
              </a:extLst>
            </p:cNvPr>
            <p:cNvSpPr/>
            <p:nvPr/>
          </p:nvSpPr>
          <p:spPr>
            <a:xfrm>
              <a:off x="5305752" y="4700016"/>
              <a:ext cx="308607" cy="323305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BAABA541-C840-C28C-C255-BC43DCF2F53B}"/>
                    </a:ext>
                  </a:extLst>
                </p:cNvPr>
                <p:cNvSpPr txBox="1"/>
                <p:nvPr/>
              </p:nvSpPr>
              <p:spPr>
                <a:xfrm>
                  <a:off x="5274113" y="4701602"/>
                  <a:ext cx="313100" cy="323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TW" sz="150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TW" sz="15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BAABA541-C840-C28C-C255-BC43DCF2F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4113" y="4701602"/>
                  <a:ext cx="313100" cy="323164"/>
                </a:xfrm>
                <a:prstGeom prst="rect">
                  <a:avLst/>
                </a:prstGeom>
                <a:blipFill>
                  <a:blip r:embed="rId2"/>
                  <a:stretch>
                    <a:fillRect r="-15385" b="-188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BE8A27B-4158-A3F6-5BFE-4AF0E9452FFA}"/>
                </a:ext>
              </a:extLst>
            </p:cNvPr>
            <p:cNvCxnSpPr>
              <a:stCxn id="19" idx="2"/>
              <a:endCxn id="12" idx="0"/>
            </p:cNvCxnSpPr>
            <p:nvPr/>
          </p:nvCxnSpPr>
          <p:spPr>
            <a:xfrm>
              <a:off x="5430663" y="4176651"/>
              <a:ext cx="0" cy="1462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D5BAE3B1-68A4-153A-D22F-A409448F62FE}"/>
                </a:ext>
              </a:extLst>
            </p:cNvPr>
            <p:cNvCxnSpPr>
              <a:stCxn id="12" idx="2"/>
              <a:endCxn id="25" idx="0"/>
            </p:cNvCxnSpPr>
            <p:nvPr/>
          </p:nvCxnSpPr>
          <p:spPr>
            <a:xfrm>
              <a:off x="5430663" y="4535494"/>
              <a:ext cx="0" cy="166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單箭頭接點 52">
              <a:extLst>
                <a:ext uri="{FF2B5EF4-FFF2-40B4-BE49-F238E27FC236}">
                  <a16:creationId xmlns:a16="http://schemas.microsoft.com/office/drawing/2014/main" id="{423E400A-333C-9DEE-7080-A55E775FB823}"/>
                </a:ext>
              </a:extLst>
            </p:cNvPr>
            <p:cNvCxnSpPr>
              <a:stCxn id="22" idx="2"/>
              <a:endCxn id="9" idx="0"/>
            </p:cNvCxnSpPr>
            <p:nvPr/>
          </p:nvCxnSpPr>
          <p:spPr>
            <a:xfrm>
              <a:off x="5430662" y="1565875"/>
              <a:ext cx="1" cy="2045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6ED7168B-1020-8488-1171-9451F38312FC}"/>
                </a:ext>
              </a:extLst>
            </p:cNvPr>
            <p:cNvCxnSpPr>
              <a:stCxn id="9" idx="2"/>
              <a:endCxn id="5" idx="0"/>
            </p:cNvCxnSpPr>
            <p:nvPr/>
          </p:nvCxnSpPr>
          <p:spPr>
            <a:xfrm>
              <a:off x="5430663" y="2093696"/>
              <a:ext cx="0" cy="190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E22F1A6D-8434-50FA-4E12-C96F70BF8C0E}"/>
                </a:ext>
              </a:extLst>
            </p:cNvPr>
            <p:cNvCxnSpPr>
              <a:stCxn id="5" idx="2"/>
              <a:endCxn id="10" idx="0"/>
            </p:cNvCxnSpPr>
            <p:nvPr/>
          </p:nvCxnSpPr>
          <p:spPr>
            <a:xfrm>
              <a:off x="5430663" y="2607353"/>
              <a:ext cx="0" cy="190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7B6888B3-87A7-8CC8-0A0B-DE7B7D0B00DF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5430663" y="3121010"/>
              <a:ext cx="0" cy="190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直線單箭頭接點 1024">
              <a:extLst>
                <a:ext uri="{FF2B5EF4-FFF2-40B4-BE49-F238E27FC236}">
                  <a16:creationId xmlns:a16="http://schemas.microsoft.com/office/drawing/2014/main" id="{5FE24E29-7879-BF4E-C592-D83BBCA018A9}"/>
                </a:ext>
              </a:extLst>
            </p:cNvPr>
            <p:cNvCxnSpPr>
              <a:stCxn id="13" idx="2"/>
              <a:endCxn id="19" idx="0"/>
            </p:cNvCxnSpPr>
            <p:nvPr/>
          </p:nvCxnSpPr>
          <p:spPr>
            <a:xfrm>
              <a:off x="5430663" y="3634667"/>
              <a:ext cx="0" cy="2186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2" name="直線單箭頭接點 1031">
              <a:extLst>
                <a:ext uri="{FF2B5EF4-FFF2-40B4-BE49-F238E27FC236}">
                  <a16:creationId xmlns:a16="http://schemas.microsoft.com/office/drawing/2014/main" id="{ED6B8221-B1E4-B282-D748-DDE58AA295C7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5430662" y="968657"/>
              <a:ext cx="0" cy="2455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8" name="接點: 肘形 1037">
              <a:extLst>
                <a:ext uri="{FF2B5EF4-FFF2-40B4-BE49-F238E27FC236}">
                  <a16:creationId xmlns:a16="http://schemas.microsoft.com/office/drawing/2014/main" id="{5C7B7096-9219-2DB7-73EA-4EB5363893D1}"/>
                </a:ext>
              </a:extLst>
            </p:cNvPr>
            <p:cNvCxnSpPr>
              <a:cxnSpLocks/>
              <a:endCxn id="25" idx="3"/>
            </p:cNvCxnSpPr>
            <p:nvPr/>
          </p:nvCxnSpPr>
          <p:spPr>
            <a:xfrm rot="16200000" flipH="1">
              <a:off x="3580550" y="2856520"/>
              <a:ext cx="3856775" cy="156551"/>
            </a:xfrm>
            <a:prstGeom prst="bentConnector4">
              <a:avLst>
                <a:gd name="adj1" fmla="val 1435"/>
                <a:gd name="adj2" fmla="val 923567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" name="接點: 肘形 1047">
              <a:extLst>
                <a:ext uri="{FF2B5EF4-FFF2-40B4-BE49-F238E27FC236}">
                  <a16:creationId xmlns:a16="http://schemas.microsoft.com/office/drawing/2014/main" id="{9FFA8446-630C-CB21-E278-B340FCBF528E}"/>
                </a:ext>
              </a:extLst>
            </p:cNvPr>
            <p:cNvCxnSpPr>
              <a:stCxn id="9" idx="1"/>
            </p:cNvCxnSpPr>
            <p:nvPr/>
          </p:nvCxnSpPr>
          <p:spPr>
            <a:xfrm rot="10800000" flipV="1">
              <a:off x="4297680" y="1932042"/>
              <a:ext cx="513314" cy="192130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1" name="接點: 肘形 1050">
              <a:extLst>
                <a:ext uri="{FF2B5EF4-FFF2-40B4-BE49-F238E27FC236}">
                  <a16:creationId xmlns:a16="http://schemas.microsoft.com/office/drawing/2014/main" id="{366F4CC0-07F3-4868-D2A4-981FD0AB98EC}"/>
                </a:ext>
              </a:extLst>
            </p:cNvPr>
            <p:cNvCxnSpPr>
              <a:stCxn id="5" idx="1"/>
            </p:cNvCxnSpPr>
            <p:nvPr/>
          </p:nvCxnSpPr>
          <p:spPr>
            <a:xfrm rot="10800000" flipV="1">
              <a:off x="4443984" y="2445700"/>
              <a:ext cx="367010" cy="140764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4" name="接點: 肘形 1053">
              <a:extLst>
                <a:ext uri="{FF2B5EF4-FFF2-40B4-BE49-F238E27FC236}">
                  <a16:creationId xmlns:a16="http://schemas.microsoft.com/office/drawing/2014/main" id="{DD037346-F77B-3D39-7E9C-CCE98EE77044}"/>
                </a:ext>
              </a:extLst>
            </p:cNvPr>
            <p:cNvCxnSpPr>
              <a:stCxn id="10" idx="1"/>
            </p:cNvCxnSpPr>
            <p:nvPr/>
          </p:nvCxnSpPr>
          <p:spPr>
            <a:xfrm rot="10800000" flipV="1">
              <a:off x="4591838" y="2959357"/>
              <a:ext cx="219157" cy="89398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9" name="直線單箭頭接點 1058">
              <a:extLst>
                <a:ext uri="{FF2B5EF4-FFF2-40B4-BE49-F238E27FC236}">
                  <a16:creationId xmlns:a16="http://schemas.microsoft.com/office/drawing/2014/main" id="{292787A5-6978-0023-6F98-02EB093AD006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5460056" y="5023321"/>
              <a:ext cx="0" cy="1948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6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D997-8A17-7D6D-8F56-FCC439FFD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9" name="群組 1088">
            <a:extLst>
              <a:ext uri="{FF2B5EF4-FFF2-40B4-BE49-F238E27FC236}">
                <a16:creationId xmlns:a16="http://schemas.microsoft.com/office/drawing/2014/main" id="{E82205C9-2258-E0E8-9B74-FE634E32B23E}"/>
              </a:ext>
            </a:extLst>
          </p:cNvPr>
          <p:cNvGrpSpPr/>
          <p:nvPr/>
        </p:nvGrpSpPr>
        <p:grpSpPr>
          <a:xfrm>
            <a:off x="2444315" y="0"/>
            <a:ext cx="8077816" cy="6449184"/>
            <a:chOff x="2516161" y="204408"/>
            <a:chExt cx="8077816" cy="6449184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F91C56D-CB35-4838-6623-DB3835C9538C}"/>
                </a:ext>
              </a:extLst>
            </p:cNvPr>
            <p:cNvSpPr/>
            <p:nvPr/>
          </p:nvSpPr>
          <p:spPr>
            <a:xfrm>
              <a:off x="9202783" y="1841517"/>
              <a:ext cx="1391194" cy="481207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5F54B24-92E0-2C03-B550-C4B3AD392498}"/>
                </a:ext>
              </a:extLst>
            </p:cNvPr>
            <p:cNvSpPr/>
            <p:nvPr/>
          </p:nvSpPr>
          <p:spPr>
            <a:xfrm>
              <a:off x="4623007" y="1841517"/>
              <a:ext cx="3854787" cy="48120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683697C-C5A1-C52A-0D69-3421C8A64401}"/>
                </a:ext>
              </a:extLst>
            </p:cNvPr>
            <p:cNvSpPr/>
            <p:nvPr/>
          </p:nvSpPr>
          <p:spPr>
            <a:xfrm>
              <a:off x="2516161" y="590884"/>
              <a:ext cx="1436914" cy="606270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FFB0EC28-C49C-868C-3F33-9CE6AAC07CEF}"/>
                </a:ext>
              </a:extLst>
            </p:cNvPr>
            <p:cNvSpPr/>
            <p:nvPr/>
          </p:nvSpPr>
          <p:spPr>
            <a:xfrm>
              <a:off x="4977962" y="3309121"/>
              <a:ext cx="937532" cy="396785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Upsample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91712F65-6F21-B3CF-01C9-8D4EBFCB7856}"/>
                </a:ext>
              </a:extLst>
            </p:cNvPr>
            <p:cNvSpPr/>
            <p:nvPr/>
          </p:nvSpPr>
          <p:spPr>
            <a:xfrm>
              <a:off x="9416115" y="5865605"/>
              <a:ext cx="936007" cy="39678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</a:t>
              </a: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5466A38E-9ABF-48C1-CE6D-7870781F43B4}"/>
                </a:ext>
              </a:extLst>
            </p:cNvPr>
            <p:cNvSpPr/>
            <p:nvPr/>
          </p:nvSpPr>
          <p:spPr>
            <a:xfrm>
              <a:off x="7192005" y="5868400"/>
              <a:ext cx="937532" cy="396785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C3k2</a:t>
              </a:r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8E07EDD3-B310-8A56-D525-0DCDBC482BCC}"/>
                </a:ext>
              </a:extLst>
            </p:cNvPr>
            <p:cNvSpPr/>
            <p:nvPr/>
          </p:nvSpPr>
          <p:spPr>
            <a:xfrm>
              <a:off x="7198565" y="5235504"/>
              <a:ext cx="937532" cy="396785"/>
            </a:xfrm>
            <a:prstGeom prst="roundRect">
              <a:avLst/>
            </a:prstGeom>
            <a:solidFill>
              <a:srgbClr val="F48E8C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FE3604BF-3A41-A775-1C64-AC1489F0F19F}"/>
                </a:ext>
              </a:extLst>
            </p:cNvPr>
            <p:cNvSpPr/>
            <p:nvPr/>
          </p:nvSpPr>
          <p:spPr>
            <a:xfrm>
              <a:off x="2758884" y="748750"/>
              <a:ext cx="937532" cy="39678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7961A3E7-F94C-1D91-C84A-07733F21E166}"/>
                </a:ext>
              </a:extLst>
            </p:cNvPr>
            <p:cNvSpPr/>
            <p:nvPr/>
          </p:nvSpPr>
          <p:spPr>
            <a:xfrm>
              <a:off x="7198565" y="3949355"/>
              <a:ext cx="936007" cy="397835"/>
            </a:xfrm>
            <a:prstGeom prst="roundRect">
              <a:avLst/>
            </a:prstGeom>
            <a:solidFill>
              <a:srgbClr val="FDD7D7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A2C2f</a:t>
              </a:r>
            </a:p>
          </p:txBody>
        </p:sp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288548A5-E054-3B07-B4C2-5E8BE32752BD}"/>
                </a:ext>
              </a:extLst>
            </p:cNvPr>
            <p:cNvSpPr/>
            <p:nvPr/>
          </p:nvSpPr>
          <p:spPr>
            <a:xfrm>
              <a:off x="7198564" y="4589350"/>
              <a:ext cx="936007" cy="39678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E9660526-939D-9778-291C-25B339189043}"/>
                </a:ext>
              </a:extLst>
            </p:cNvPr>
            <p:cNvSpPr/>
            <p:nvPr/>
          </p:nvSpPr>
          <p:spPr>
            <a:xfrm>
              <a:off x="7197040" y="2667631"/>
              <a:ext cx="937532" cy="39678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6355F9D6-64BD-31C1-B3C5-F9AA9A593A88}"/>
                </a:ext>
              </a:extLst>
            </p:cNvPr>
            <p:cNvSpPr/>
            <p:nvPr/>
          </p:nvSpPr>
          <p:spPr>
            <a:xfrm>
              <a:off x="2764735" y="5230395"/>
              <a:ext cx="937532" cy="39678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31BBADD1-DE77-AF2F-E7B3-CCA91B9FCE65}"/>
                </a:ext>
              </a:extLst>
            </p:cNvPr>
            <p:cNvSpPr/>
            <p:nvPr/>
          </p:nvSpPr>
          <p:spPr>
            <a:xfrm>
              <a:off x="2758884" y="3949355"/>
              <a:ext cx="937532" cy="39678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DC21A68D-7DEF-3AFD-B2BA-29F5E84B03C8}"/>
                </a:ext>
              </a:extLst>
            </p:cNvPr>
            <p:cNvSpPr/>
            <p:nvPr/>
          </p:nvSpPr>
          <p:spPr>
            <a:xfrm>
              <a:off x="2758884" y="1388745"/>
              <a:ext cx="943382" cy="39678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A5D943FC-5FB0-EBED-FF91-665E9B0498D2}"/>
                </a:ext>
              </a:extLst>
            </p:cNvPr>
            <p:cNvSpPr/>
            <p:nvPr/>
          </p:nvSpPr>
          <p:spPr>
            <a:xfrm>
              <a:off x="2758884" y="2669365"/>
              <a:ext cx="943382" cy="39678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: 圓角 13">
              <a:extLst>
                <a:ext uri="{FF2B5EF4-FFF2-40B4-BE49-F238E27FC236}">
                  <a16:creationId xmlns:a16="http://schemas.microsoft.com/office/drawing/2014/main" id="{35E392C6-8F92-ABB8-9C0B-FFE3E7E012DE}"/>
                </a:ext>
              </a:extLst>
            </p:cNvPr>
            <p:cNvSpPr/>
            <p:nvPr/>
          </p:nvSpPr>
          <p:spPr>
            <a:xfrm>
              <a:off x="2758884" y="3309360"/>
              <a:ext cx="937532" cy="396785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C3k2</a:t>
              </a: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065BA3BD-1A85-5A8C-212E-FAAF1EDE9D13}"/>
                </a:ext>
              </a:extLst>
            </p:cNvPr>
            <p:cNvSpPr/>
            <p:nvPr/>
          </p:nvSpPr>
          <p:spPr>
            <a:xfrm>
              <a:off x="2764735" y="2029370"/>
              <a:ext cx="937532" cy="396785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C3k2</a:t>
              </a:r>
            </a:p>
          </p:txBody>
        </p: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332A99E4-E781-D3EE-EF50-72D513A89802}"/>
                </a:ext>
              </a:extLst>
            </p:cNvPr>
            <p:cNvSpPr/>
            <p:nvPr/>
          </p:nvSpPr>
          <p:spPr>
            <a:xfrm>
              <a:off x="4979487" y="2023262"/>
              <a:ext cx="936007" cy="397835"/>
            </a:xfrm>
            <a:prstGeom prst="roundRect">
              <a:avLst/>
            </a:prstGeom>
            <a:solidFill>
              <a:srgbClr val="FDD7D7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A2C2f</a:t>
              </a:r>
            </a:p>
          </p:txBody>
        </p:sp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3687C071-107E-842F-482B-F1AB466DCD88}"/>
                </a:ext>
              </a:extLst>
            </p:cNvPr>
            <p:cNvSpPr/>
            <p:nvPr/>
          </p:nvSpPr>
          <p:spPr>
            <a:xfrm>
              <a:off x="4977061" y="3953721"/>
              <a:ext cx="938433" cy="391372"/>
            </a:xfrm>
            <a:prstGeom prst="roundRect">
              <a:avLst/>
            </a:prstGeom>
            <a:solidFill>
              <a:srgbClr val="FDD7D7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A2C2f</a:t>
              </a:r>
            </a:p>
          </p:txBody>
        </p:sp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F14281CC-A719-3B60-EBCD-AEF70399DCE0}"/>
                </a:ext>
              </a:extLst>
            </p:cNvPr>
            <p:cNvSpPr/>
            <p:nvPr/>
          </p:nvSpPr>
          <p:spPr>
            <a:xfrm>
              <a:off x="2766260" y="5869281"/>
              <a:ext cx="936007" cy="397835"/>
            </a:xfrm>
            <a:prstGeom prst="roundRect">
              <a:avLst/>
            </a:prstGeom>
            <a:solidFill>
              <a:srgbClr val="FDD7D7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A2C2f</a:t>
              </a:r>
            </a:p>
          </p:txBody>
        </p:sp>
        <p:sp>
          <p:nvSpPr>
            <p:cNvPr id="28" name="矩形: 圓角 27">
              <a:extLst>
                <a:ext uri="{FF2B5EF4-FFF2-40B4-BE49-F238E27FC236}">
                  <a16:creationId xmlns:a16="http://schemas.microsoft.com/office/drawing/2014/main" id="{7A21042B-41E2-1A9C-97FC-8923D5BCD9D4}"/>
                </a:ext>
              </a:extLst>
            </p:cNvPr>
            <p:cNvSpPr/>
            <p:nvPr/>
          </p:nvSpPr>
          <p:spPr>
            <a:xfrm>
              <a:off x="2758884" y="4589350"/>
              <a:ext cx="936007" cy="397835"/>
            </a:xfrm>
            <a:prstGeom prst="roundRect">
              <a:avLst/>
            </a:prstGeom>
            <a:solidFill>
              <a:srgbClr val="FDD7D7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A2C2f</a:t>
              </a:r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80301E9C-A754-030E-05B2-B282F0E4DF2F}"/>
                </a:ext>
              </a:extLst>
            </p:cNvPr>
            <p:cNvSpPr/>
            <p:nvPr/>
          </p:nvSpPr>
          <p:spPr>
            <a:xfrm>
              <a:off x="7197040" y="3313785"/>
              <a:ext cx="937532" cy="396785"/>
            </a:xfrm>
            <a:prstGeom prst="roundRect">
              <a:avLst/>
            </a:prstGeom>
            <a:solidFill>
              <a:srgbClr val="F48E8C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99D39CCC-6501-A7E2-3C27-528E955D84CC}"/>
                </a:ext>
              </a:extLst>
            </p:cNvPr>
            <p:cNvSpPr/>
            <p:nvPr/>
          </p:nvSpPr>
          <p:spPr>
            <a:xfrm>
              <a:off x="4977962" y="2669364"/>
              <a:ext cx="937532" cy="396785"/>
            </a:xfrm>
            <a:prstGeom prst="roundRect">
              <a:avLst/>
            </a:prstGeom>
            <a:solidFill>
              <a:srgbClr val="F48E8C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D49CC598-EFA7-0D25-A3CE-28E6EF8F4EC8}"/>
                </a:ext>
              </a:extLst>
            </p:cNvPr>
            <p:cNvSpPr/>
            <p:nvPr/>
          </p:nvSpPr>
          <p:spPr>
            <a:xfrm>
              <a:off x="4979624" y="4589350"/>
              <a:ext cx="937532" cy="396785"/>
            </a:xfrm>
            <a:prstGeom prst="roundRect">
              <a:avLst/>
            </a:prstGeom>
            <a:solidFill>
              <a:srgbClr val="F48E8C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4674C1E3-2404-F0BD-9090-4E53094A94AB}"/>
                </a:ext>
              </a:extLst>
            </p:cNvPr>
            <p:cNvSpPr/>
            <p:nvPr/>
          </p:nvSpPr>
          <p:spPr>
            <a:xfrm>
              <a:off x="4979624" y="5229584"/>
              <a:ext cx="937532" cy="396785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Upsample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550CC315-8C91-616D-458F-828072D57B1A}"/>
                </a:ext>
              </a:extLst>
            </p:cNvPr>
            <p:cNvSpPr/>
            <p:nvPr/>
          </p:nvSpPr>
          <p:spPr>
            <a:xfrm>
              <a:off x="9416117" y="2033105"/>
              <a:ext cx="936007" cy="39678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</a:t>
              </a:r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AF8C584C-51DB-599A-EB63-9D6DD55C4F9C}"/>
                </a:ext>
              </a:extLst>
            </p:cNvPr>
            <p:cNvSpPr/>
            <p:nvPr/>
          </p:nvSpPr>
          <p:spPr>
            <a:xfrm>
              <a:off x="9416116" y="3949355"/>
              <a:ext cx="936007" cy="39678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</a:t>
              </a:r>
            </a:p>
          </p:txBody>
        </p: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54630879-DA6E-8FED-2F63-48B28EF930F6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3227650" y="471048"/>
              <a:ext cx="0" cy="2777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F7F3AB9A-E601-7C63-44DD-21D31E52704B}"/>
                </a:ext>
              </a:extLst>
            </p:cNvPr>
            <p:cNvSpPr txBox="1"/>
            <p:nvPr/>
          </p:nvSpPr>
          <p:spPr>
            <a:xfrm>
              <a:off x="2938685" y="204408"/>
              <a:ext cx="589632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zh-TW" altLang="en-US" sz="135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614A3779-A56B-B272-25A9-B8A506100B9F}"/>
                </a:ext>
              </a:extLst>
            </p:cNvPr>
            <p:cNvSpPr txBox="1"/>
            <p:nvPr/>
          </p:nvSpPr>
          <p:spPr>
            <a:xfrm>
              <a:off x="2766260" y="6310313"/>
              <a:ext cx="9360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i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</a:t>
              </a:r>
              <a:endParaRPr lang="zh-TW" altLang="en-US" sz="1350" i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B9EB7565-314C-7315-174A-48F371482FE3}"/>
                </a:ext>
              </a:extLst>
            </p:cNvPr>
            <p:cNvSpPr txBox="1"/>
            <p:nvPr/>
          </p:nvSpPr>
          <p:spPr>
            <a:xfrm>
              <a:off x="6082396" y="6310313"/>
              <a:ext cx="9360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i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Neck</a:t>
              </a:r>
              <a:endParaRPr lang="zh-TW" altLang="en-US" sz="1350" i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FB72B24D-AAC6-1A99-CF00-25938AF21D0B}"/>
                </a:ext>
              </a:extLst>
            </p:cNvPr>
            <p:cNvSpPr txBox="1"/>
            <p:nvPr/>
          </p:nvSpPr>
          <p:spPr>
            <a:xfrm>
              <a:off x="9416114" y="6310313"/>
              <a:ext cx="9360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i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Head</a:t>
              </a:r>
              <a:endParaRPr lang="zh-TW" altLang="en-US" sz="1350" i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D7B204AF-FDB1-7F6F-C62C-B8714C576AB6}"/>
                </a:ext>
              </a:extLst>
            </p:cNvPr>
            <p:cNvCxnSpPr>
              <a:cxnSpLocks/>
              <a:stCxn id="20" idx="2"/>
              <a:endCxn id="11" idx="0"/>
            </p:cNvCxnSpPr>
            <p:nvPr/>
          </p:nvCxnSpPr>
          <p:spPr>
            <a:xfrm>
              <a:off x="3227650" y="1145535"/>
              <a:ext cx="2925" cy="243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21EFBB9B-8994-B874-0816-606977D6BEC5}"/>
                </a:ext>
              </a:extLst>
            </p:cNvPr>
            <p:cNvCxnSpPr>
              <a:cxnSpLocks/>
              <a:stCxn id="11" idx="2"/>
              <a:endCxn id="16" idx="0"/>
            </p:cNvCxnSpPr>
            <p:nvPr/>
          </p:nvCxnSpPr>
          <p:spPr>
            <a:xfrm>
              <a:off x="3230575" y="1785530"/>
              <a:ext cx="2926" cy="2438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7" name="直線單箭頭接點 1026">
              <a:extLst>
                <a:ext uri="{FF2B5EF4-FFF2-40B4-BE49-F238E27FC236}">
                  <a16:creationId xmlns:a16="http://schemas.microsoft.com/office/drawing/2014/main" id="{459B8617-1124-C6E6-A265-BD83C0754A78}"/>
                </a:ext>
              </a:extLst>
            </p:cNvPr>
            <p:cNvCxnSpPr>
              <a:cxnSpLocks/>
              <a:stCxn id="16" idx="2"/>
              <a:endCxn id="12" idx="0"/>
            </p:cNvCxnSpPr>
            <p:nvPr/>
          </p:nvCxnSpPr>
          <p:spPr>
            <a:xfrm flipH="1">
              <a:off x="3230575" y="2426155"/>
              <a:ext cx="2926" cy="243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2" name="直線單箭頭接點 1031">
              <a:extLst>
                <a:ext uri="{FF2B5EF4-FFF2-40B4-BE49-F238E27FC236}">
                  <a16:creationId xmlns:a16="http://schemas.microsoft.com/office/drawing/2014/main" id="{BE39B6B3-0031-8B9F-5B6E-901C6074C219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 flipH="1">
              <a:off x="3227650" y="3066150"/>
              <a:ext cx="2925" cy="243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4" name="直線單箭頭接點 1033">
              <a:extLst>
                <a:ext uri="{FF2B5EF4-FFF2-40B4-BE49-F238E27FC236}">
                  <a16:creationId xmlns:a16="http://schemas.microsoft.com/office/drawing/2014/main" id="{D34C5C56-4AF1-4D8A-E6D8-2B21F7B96454}"/>
                </a:ext>
              </a:extLst>
            </p:cNvPr>
            <p:cNvCxnSpPr>
              <a:cxnSpLocks/>
              <a:stCxn id="14" idx="2"/>
              <a:endCxn id="9" idx="0"/>
            </p:cNvCxnSpPr>
            <p:nvPr/>
          </p:nvCxnSpPr>
          <p:spPr>
            <a:xfrm>
              <a:off x="3227650" y="3706145"/>
              <a:ext cx="0" cy="243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6" name="直線單箭頭接點 1035">
              <a:extLst>
                <a:ext uri="{FF2B5EF4-FFF2-40B4-BE49-F238E27FC236}">
                  <a16:creationId xmlns:a16="http://schemas.microsoft.com/office/drawing/2014/main" id="{BC2E2653-FA20-A77A-1F0F-0EE40A4BBFA1}"/>
                </a:ext>
              </a:extLst>
            </p:cNvPr>
            <p:cNvCxnSpPr>
              <a:cxnSpLocks/>
              <a:stCxn id="9" idx="2"/>
              <a:endCxn id="28" idx="0"/>
            </p:cNvCxnSpPr>
            <p:nvPr/>
          </p:nvCxnSpPr>
          <p:spPr>
            <a:xfrm flipH="1">
              <a:off x="3226888" y="4346140"/>
              <a:ext cx="762" cy="243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8" name="直線單箭頭接點 1037">
              <a:extLst>
                <a:ext uri="{FF2B5EF4-FFF2-40B4-BE49-F238E27FC236}">
                  <a16:creationId xmlns:a16="http://schemas.microsoft.com/office/drawing/2014/main" id="{344A9C6E-C4A2-0D94-B6E8-3FEA3200FF7A}"/>
                </a:ext>
              </a:extLst>
            </p:cNvPr>
            <p:cNvCxnSpPr>
              <a:cxnSpLocks/>
              <a:stCxn id="28" idx="2"/>
              <a:endCxn id="6" idx="0"/>
            </p:cNvCxnSpPr>
            <p:nvPr/>
          </p:nvCxnSpPr>
          <p:spPr>
            <a:xfrm>
              <a:off x="3226888" y="4987185"/>
              <a:ext cx="6613" cy="243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0" name="直線單箭頭接點 1039">
              <a:extLst>
                <a:ext uri="{FF2B5EF4-FFF2-40B4-BE49-F238E27FC236}">
                  <a16:creationId xmlns:a16="http://schemas.microsoft.com/office/drawing/2014/main" id="{0DA10C17-6E20-C8AD-C08B-98C8627EC077}"/>
                </a:ext>
              </a:extLst>
            </p:cNvPr>
            <p:cNvCxnSpPr>
              <a:cxnSpLocks/>
              <a:stCxn id="6" idx="2"/>
              <a:endCxn id="26" idx="0"/>
            </p:cNvCxnSpPr>
            <p:nvPr/>
          </p:nvCxnSpPr>
          <p:spPr>
            <a:xfrm>
              <a:off x="3233501" y="5627180"/>
              <a:ext cx="763" cy="242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2" name="直線單箭頭接點 1041">
              <a:extLst>
                <a:ext uri="{FF2B5EF4-FFF2-40B4-BE49-F238E27FC236}">
                  <a16:creationId xmlns:a16="http://schemas.microsoft.com/office/drawing/2014/main" id="{79BD587D-FD7F-CF02-CC8D-AB5B42BBEDE5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H="1" flipV="1">
              <a:off x="5447211" y="4986135"/>
              <a:ext cx="1179" cy="2434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4" name="直線單箭頭接點 1043">
              <a:extLst>
                <a:ext uri="{FF2B5EF4-FFF2-40B4-BE49-F238E27FC236}">
                  <a16:creationId xmlns:a16="http://schemas.microsoft.com/office/drawing/2014/main" id="{23E5CC75-7D16-896F-BC86-7582D07C7BF7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flipV="1">
              <a:off x="5448390" y="5626369"/>
              <a:ext cx="0" cy="4478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3" name="直線單箭頭接點 1052">
              <a:extLst>
                <a:ext uri="{FF2B5EF4-FFF2-40B4-BE49-F238E27FC236}">
                  <a16:creationId xmlns:a16="http://schemas.microsoft.com/office/drawing/2014/main" id="{BD706AD8-8202-5A01-F708-D146B0E2EAFF}"/>
                </a:ext>
              </a:extLst>
            </p:cNvPr>
            <p:cNvCxnSpPr>
              <a:cxnSpLocks/>
              <a:stCxn id="5" idx="0"/>
              <a:endCxn id="32" idx="2"/>
            </p:cNvCxnSpPr>
            <p:nvPr/>
          </p:nvCxnSpPr>
          <p:spPr>
            <a:xfrm flipV="1">
              <a:off x="5446728" y="3066149"/>
              <a:ext cx="0" cy="2429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6" name="直線單箭頭接點 1055">
              <a:extLst>
                <a:ext uri="{FF2B5EF4-FFF2-40B4-BE49-F238E27FC236}">
                  <a16:creationId xmlns:a16="http://schemas.microsoft.com/office/drawing/2014/main" id="{0FAFFAE1-0BB6-939E-43A5-7CD874E5822E}"/>
                </a:ext>
              </a:extLst>
            </p:cNvPr>
            <p:cNvCxnSpPr>
              <a:cxnSpLocks/>
              <a:stCxn id="32" idx="0"/>
              <a:endCxn id="17" idx="2"/>
            </p:cNvCxnSpPr>
            <p:nvPr/>
          </p:nvCxnSpPr>
          <p:spPr>
            <a:xfrm flipV="1">
              <a:off x="5446728" y="2421097"/>
              <a:ext cx="763" cy="248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8" name="直線單箭頭接點 1057">
              <a:extLst>
                <a:ext uri="{FF2B5EF4-FFF2-40B4-BE49-F238E27FC236}">
                  <a16:creationId xmlns:a16="http://schemas.microsoft.com/office/drawing/2014/main" id="{49397D60-66D8-5542-0FE1-C2BF0C29B5B7}"/>
                </a:ext>
              </a:extLst>
            </p:cNvPr>
            <p:cNvCxnSpPr>
              <a:cxnSpLocks/>
              <a:stCxn id="17" idx="3"/>
              <a:endCxn id="36" idx="1"/>
            </p:cNvCxnSpPr>
            <p:nvPr/>
          </p:nvCxnSpPr>
          <p:spPr>
            <a:xfrm>
              <a:off x="5915494" y="2222180"/>
              <a:ext cx="3500623" cy="93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0" name="直線單箭頭接點 1059">
              <a:extLst>
                <a:ext uri="{FF2B5EF4-FFF2-40B4-BE49-F238E27FC236}">
                  <a16:creationId xmlns:a16="http://schemas.microsoft.com/office/drawing/2014/main" id="{21CB8437-1782-D90A-FC1C-A900C6CF6321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7665043" y="2230004"/>
              <a:ext cx="763" cy="4376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3" name="直線單箭頭接點 1062">
              <a:extLst>
                <a:ext uri="{FF2B5EF4-FFF2-40B4-BE49-F238E27FC236}">
                  <a16:creationId xmlns:a16="http://schemas.microsoft.com/office/drawing/2014/main" id="{11024152-A9B2-0EBA-8BB6-4B97C325E7F9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7665043" y="3064416"/>
              <a:ext cx="763" cy="2447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5" name="直線單箭頭接點 1064">
              <a:extLst>
                <a:ext uri="{FF2B5EF4-FFF2-40B4-BE49-F238E27FC236}">
                  <a16:creationId xmlns:a16="http://schemas.microsoft.com/office/drawing/2014/main" id="{9E716A47-9130-644C-5354-1CFD5C94FBD4}"/>
                </a:ext>
              </a:extLst>
            </p:cNvPr>
            <p:cNvCxnSpPr>
              <a:cxnSpLocks/>
              <a:stCxn id="30" idx="2"/>
              <a:endCxn id="21" idx="0"/>
            </p:cNvCxnSpPr>
            <p:nvPr/>
          </p:nvCxnSpPr>
          <p:spPr>
            <a:xfrm>
              <a:off x="7665806" y="3710570"/>
              <a:ext cx="763" cy="2387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7" name="直線單箭頭接點 1066">
              <a:extLst>
                <a:ext uri="{FF2B5EF4-FFF2-40B4-BE49-F238E27FC236}">
                  <a16:creationId xmlns:a16="http://schemas.microsoft.com/office/drawing/2014/main" id="{5FE2A37B-2A84-8A75-361A-59CCDB1CBF1F}"/>
                </a:ext>
              </a:extLst>
            </p:cNvPr>
            <p:cNvCxnSpPr>
              <a:cxnSpLocks/>
              <a:stCxn id="21" idx="2"/>
              <a:endCxn id="3" idx="0"/>
            </p:cNvCxnSpPr>
            <p:nvPr/>
          </p:nvCxnSpPr>
          <p:spPr>
            <a:xfrm flipH="1">
              <a:off x="7666568" y="4347190"/>
              <a:ext cx="1" cy="2421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9" name="直線單箭頭接點 1068">
              <a:extLst>
                <a:ext uri="{FF2B5EF4-FFF2-40B4-BE49-F238E27FC236}">
                  <a16:creationId xmlns:a16="http://schemas.microsoft.com/office/drawing/2014/main" id="{138EC975-3A7A-315E-6907-05D0A8492EB9}"/>
                </a:ext>
              </a:extLst>
            </p:cNvPr>
            <p:cNvCxnSpPr>
              <a:cxnSpLocks/>
              <a:stCxn id="3" idx="2"/>
              <a:endCxn id="18" idx="0"/>
            </p:cNvCxnSpPr>
            <p:nvPr/>
          </p:nvCxnSpPr>
          <p:spPr>
            <a:xfrm>
              <a:off x="7666568" y="4986135"/>
              <a:ext cx="763" cy="2493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5" name="直線單箭頭接點 1074">
              <a:extLst>
                <a:ext uri="{FF2B5EF4-FFF2-40B4-BE49-F238E27FC236}">
                  <a16:creationId xmlns:a16="http://schemas.microsoft.com/office/drawing/2014/main" id="{20C5F4E9-A255-9CD8-1F9E-FEF841BF6364}"/>
                </a:ext>
              </a:extLst>
            </p:cNvPr>
            <p:cNvCxnSpPr>
              <a:cxnSpLocks/>
              <a:stCxn id="18" idx="2"/>
              <a:endCxn id="7" idx="0"/>
            </p:cNvCxnSpPr>
            <p:nvPr/>
          </p:nvCxnSpPr>
          <p:spPr>
            <a:xfrm flipH="1">
              <a:off x="7660771" y="5632289"/>
              <a:ext cx="6560" cy="2361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7" name="直線單箭頭接點 1076">
              <a:extLst>
                <a:ext uri="{FF2B5EF4-FFF2-40B4-BE49-F238E27FC236}">
                  <a16:creationId xmlns:a16="http://schemas.microsoft.com/office/drawing/2014/main" id="{C8E19C6C-D29B-54F1-2335-872327DCD136}"/>
                </a:ext>
              </a:extLst>
            </p:cNvPr>
            <p:cNvCxnSpPr>
              <a:cxnSpLocks/>
              <a:stCxn id="21" idx="3"/>
              <a:endCxn id="37" idx="1"/>
            </p:cNvCxnSpPr>
            <p:nvPr/>
          </p:nvCxnSpPr>
          <p:spPr>
            <a:xfrm flipV="1">
              <a:off x="8134572" y="4147748"/>
              <a:ext cx="1281544" cy="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9" name="直線單箭頭接點 1078">
              <a:extLst>
                <a:ext uri="{FF2B5EF4-FFF2-40B4-BE49-F238E27FC236}">
                  <a16:creationId xmlns:a16="http://schemas.microsoft.com/office/drawing/2014/main" id="{869F3277-9BAC-C2EA-FA43-1B02798DBC70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 flipV="1">
              <a:off x="8129537" y="6063998"/>
              <a:ext cx="1286578" cy="27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1" name="直線單箭頭接點 1080">
              <a:extLst>
                <a:ext uri="{FF2B5EF4-FFF2-40B4-BE49-F238E27FC236}">
                  <a16:creationId xmlns:a16="http://schemas.microsoft.com/office/drawing/2014/main" id="{2C915658-9E10-6E86-D671-081C0128954E}"/>
                </a:ext>
              </a:extLst>
            </p:cNvPr>
            <p:cNvCxnSpPr>
              <a:cxnSpLocks/>
              <a:stCxn id="28" idx="3"/>
              <a:endCxn id="33" idx="1"/>
            </p:cNvCxnSpPr>
            <p:nvPr/>
          </p:nvCxnSpPr>
          <p:spPr>
            <a:xfrm flipV="1">
              <a:off x="3694891" y="4787743"/>
              <a:ext cx="1284733" cy="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3" name="接點: 肘形 1082">
              <a:extLst>
                <a:ext uri="{FF2B5EF4-FFF2-40B4-BE49-F238E27FC236}">
                  <a16:creationId xmlns:a16="http://schemas.microsoft.com/office/drawing/2014/main" id="{C9E78077-C1D7-FE27-0720-9185FF352017}"/>
                </a:ext>
              </a:extLst>
            </p:cNvPr>
            <p:cNvCxnSpPr>
              <a:cxnSpLocks/>
              <a:stCxn id="14" idx="3"/>
              <a:endCxn id="32" idx="1"/>
            </p:cNvCxnSpPr>
            <p:nvPr/>
          </p:nvCxnSpPr>
          <p:spPr>
            <a:xfrm flipV="1">
              <a:off x="3696416" y="2867757"/>
              <a:ext cx="1281546" cy="63999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5" name="接點: 肘形 1084">
              <a:extLst>
                <a:ext uri="{FF2B5EF4-FFF2-40B4-BE49-F238E27FC236}">
                  <a16:creationId xmlns:a16="http://schemas.microsoft.com/office/drawing/2014/main" id="{080B22DC-8416-7ACC-0D96-F4A37E880C89}"/>
                </a:ext>
              </a:extLst>
            </p:cNvPr>
            <p:cNvCxnSpPr>
              <a:cxnSpLocks/>
              <a:stCxn id="24" idx="3"/>
              <a:endCxn id="30" idx="1"/>
            </p:cNvCxnSpPr>
            <p:nvPr/>
          </p:nvCxnSpPr>
          <p:spPr>
            <a:xfrm flipV="1">
              <a:off x="5915494" y="3512178"/>
              <a:ext cx="1281546" cy="63722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7" name="接點: 肘形 1086">
              <a:extLst>
                <a:ext uri="{FF2B5EF4-FFF2-40B4-BE49-F238E27FC236}">
                  <a16:creationId xmlns:a16="http://schemas.microsoft.com/office/drawing/2014/main" id="{7E78E876-5A03-87BD-7037-DE4B852340F7}"/>
                </a:ext>
              </a:extLst>
            </p:cNvPr>
            <p:cNvCxnSpPr>
              <a:cxnSpLocks/>
              <a:stCxn id="26" idx="3"/>
              <a:endCxn id="18" idx="1"/>
            </p:cNvCxnSpPr>
            <p:nvPr/>
          </p:nvCxnSpPr>
          <p:spPr>
            <a:xfrm flipV="1">
              <a:off x="3702267" y="5433897"/>
              <a:ext cx="3496298" cy="634302"/>
            </a:xfrm>
            <a:prstGeom prst="bentConnector3">
              <a:avLst>
                <a:gd name="adj1" fmla="val 86054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BC289A0-4861-1805-E6CD-604D3B866301}"/>
              </a:ext>
            </a:extLst>
          </p:cNvPr>
          <p:cNvCxnSpPr>
            <a:stCxn id="24" idx="0"/>
            <a:endCxn id="5" idx="2"/>
          </p:cNvCxnSpPr>
          <p:nvPr/>
        </p:nvCxnSpPr>
        <p:spPr>
          <a:xfrm flipV="1">
            <a:off x="5374432" y="3501498"/>
            <a:ext cx="450" cy="24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65831469-0FEF-7934-CB2E-EE31436D7166}"/>
              </a:ext>
            </a:extLst>
          </p:cNvPr>
          <p:cNvCxnSpPr>
            <a:stCxn id="33" idx="0"/>
            <a:endCxn id="24" idx="2"/>
          </p:cNvCxnSpPr>
          <p:nvPr/>
        </p:nvCxnSpPr>
        <p:spPr>
          <a:xfrm flipH="1" flipV="1">
            <a:off x="5374432" y="4140685"/>
            <a:ext cx="2112" cy="24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E2DDC870-2DFE-4135-BB70-B3F372EAB398}"/>
              </a:ext>
            </a:extLst>
          </p:cNvPr>
          <p:cNvSpPr/>
          <p:nvPr/>
        </p:nvSpPr>
        <p:spPr>
          <a:xfrm>
            <a:off x="4717268" y="508640"/>
            <a:ext cx="937532" cy="39678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TW" altLang="en-US" sz="135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A6AA1258-9DAB-49FE-BDEB-EF21C1612E6D}"/>
              </a:ext>
            </a:extLst>
          </p:cNvPr>
          <p:cNvSpPr/>
          <p:nvPr/>
        </p:nvSpPr>
        <p:spPr>
          <a:xfrm>
            <a:off x="6052257" y="511191"/>
            <a:ext cx="937532" cy="39678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 2d</a:t>
            </a:r>
            <a:endParaRPr lang="zh-TW" altLang="en-US" sz="135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A69BC701-B5F5-4A0D-AF18-603A4A031101}"/>
              </a:ext>
            </a:extLst>
          </p:cNvPr>
          <p:cNvSpPr/>
          <p:nvPr/>
        </p:nvSpPr>
        <p:spPr>
          <a:xfrm>
            <a:off x="7387246" y="510230"/>
            <a:ext cx="1089559" cy="3967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endParaRPr lang="zh-TW" altLang="en-US" sz="135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82961CB5-21C9-46A4-BFC8-7F3D263BF8B3}"/>
              </a:ext>
            </a:extLst>
          </p:cNvPr>
          <p:cNvSpPr/>
          <p:nvPr/>
        </p:nvSpPr>
        <p:spPr>
          <a:xfrm>
            <a:off x="8874262" y="510230"/>
            <a:ext cx="1089559" cy="3967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  <a:endParaRPr lang="zh-TW" altLang="en-US" sz="135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CE23D9C2-8F03-49F2-8CEC-70EBD7577AA2}"/>
                  </a:ext>
                </a:extLst>
              </p:cNvPr>
              <p:cNvSpPr txBox="1"/>
              <p:nvPr/>
            </p:nvSpPr>
            <p:spPr>
              <a:xfrm>
                <a:off x="6976121" y="523956"/>
                <a:ext cx="411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CE23D9C2-8F03-49F2-8CEC-70EBD7577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121" y="523956"/>
                <a:ext cx="41112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0E47FD2A-FE85-4304-86BF-2888AC1F060E}"/>
                  </a:ext>
                </a:extLst>
              </p:cNvPr>
              <p:cNvSpPr txBox="1"/>
              <p:nvPr/>
            </p:nvSpPr>
            <p:spPr>
              <a:xfrm>
                <a:off x="8469971" y="526948"/>
                <a:ext cx="411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0E47FD2A-FE85-4304-86BF-2888AC1F0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971" y="526948"/>
                <a:ext cx="4111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0184DEA-A795-44D3-AA4D-FDF149B6E4ED}"/>
                  </a:ext>
                </a:extLst>
              </p:cNvPr>
              <p:cNvSpPr txBox="1"/>
              <p:nvPr/>
            </p:nvSpPr>
            <p:spPr>
              <a:xfrm>
                <a:off x="5647966" y="519738"/>
                <a:ext cx="411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0184DEA-A795-44D3-AA4D-FDF149B6E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966" y="519738"/>
                <a:ext cx="4111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2E620292-3FD1-40C9-AF79-1AB76FDB6467}"/>
              </a:ext>
            </a:extLst>
          </p:cNvPr>
          <p:cNvSpPr/>
          <p:nvPr/>
        </p:nvSpPr>
        <p:spPr>
          <a:xfrm>
            <a:off x="4551161" y="386476"/>
            <a:ext cx="5564476" cy="639996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1016224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C20C-E4E5-39DB-5AEA-1BAAD5EEE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群組 1053">
            <a:extLst>
              <a:ext uri="{FF2B5EF4-FFF2-40B4-BE49-F238E27FC236}">
                <a16:creationId xmlns:a16="http://schemas.microsoft.com/office/drawing/2014/main" id="{67166025-1EC0-F8A0-B2B8-A9D862441446}"/>
              </a:ext>
            </a:extLst>
          </p:cNvPr>
          <p:cNvGrpSpPr/>
          <p:nvPr/>
        </p:nvGrpSpPr>
        <p:grpSpPr>
          <a:xfrm>
            <a:off x="3289184" y="1008466"/>
            <a:ext cx="4245744" cy="4319438"/>
            <a:chOff x="3289184" y="1008466"/>
            <a:chExt cx="4245744" cy="4319438"/>
          </a:xfrm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6FBF71B8-642E-1926-2FFB-5BB4D43EED80}"/>
                </a:ext>
              </a:extLst>
            </p:cNvPr>
            <p:cNvSpPr/>
            <p:nvPr/>
          </p:nvSpPr>
          <p:spPr>
            <a:xfrm>
              <a:off x="6048480" y="4219410"/>
              <a:ext cx="1239338" cy="323306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Conv2d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1B2C5046-3A84-DF4D-BC97-58BFEDF18E92}"/>
                </a:ext>
              </a:extLst>
            </p:cNvPr>
            <p:cNvSpPr/>
            <p:nvPr/>
          </p:nvSpPr>
          <p:spPr>
            <a:xfrm>
              <a:off x="5949668" y="2454044"/>
              <a:ext cx="1436966" cy="32330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 | H</a:t>
              </a:r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90A99722-ED3B-9C88-3167-C15B0C5923F1}"/>
                </a:ext>
              </a:extLst>
            </p:cNvPr>
            <p:cNvSpPr/>
            <p:nvPr/>
          </p:nvSpPr>
          <p:spPr>
            <a:xfrm>
              <a:off x="3872982" y="2325164"/>
              <a:ext cx="948853" cy="309015"/>
            </a:xfrm>
            <a:prstGeom prst="roundRect">
              <a:avLst/>
            </a:prstGeom>
            <a:solidFill>
              <a:srgbClr val="F48E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RCA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BBDC74E5-28F4-046C-5459-5EEE92BC96D0}"/>
                </a:ext>
              </a:extLst>
            </p:cNvPr>
            <p:cNvSpPr/>
            <p:nvPr/>
          </p:nvSpPr>
          <p:spPr>
            <a:xfrm>
              <a:off x="6048482" y="1556812"/>
              <a:ext cx="1239338" cy="32330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Dwconv</a:t>
              </a:r>
              <a:endParaRPr lang="en-US" altLang="zh-TW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BCBC0A8-525F-413E-B2C7-8F219CBE95AC}"/>
                </a:ext>
              </a:extLst>
            </p:cNvPr>
            <p:cNvSpPr/>
            <p:nvPr/>
          </p:nvSpPr>
          <p:spPr>
            <a:xfrm>
              <a:off x="6193724" y="3351276"/>
              <a:ext cx="948853" cy="30901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BN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425C2B16-8422-B178-110C-12AB69D1AA01}"/>
                </a:ext>
              </a:extLst>
            </p:cNvPr>
            <p:cNvSpPr/>
            <p:nvPr/>
          </p:nvSpPr>
          <p:spPr>
            <a:xfrm>
              <a:off x="3872981" y="3605938"/>
              <a:ext cx="948853" cy="30901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MLP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55930624-DCB2-3D2D-B4D9-2C3D01711298}"/>
                </a:ext>
              </a:extLst>
            </p:cNvPr>
            <p:cNvSpPr/>
            <p:nvPr/>
          </p:nvSpPr>
          <p:spPr>
            <a:xfrm>
              <a:off x="5949668" y="2005428"/>
              <a:ext cx="1436966" cy="32330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 | W</a:t>
              </a: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14EBE789-F8C7-308B-A4ED-06E5E9B87F17}"/>
                </a:ext>
              </a:extLst>
            </p:cNvPr>
            <p:cNvSpPr/>
            <p:nvPr/>
          </p:nvSpPr>
          <p:spPr>
            <a:xfrm>
              <a:off x="6048482" y="2902660"/>
              <a:ext cx="1239338" cy="323306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Conv2d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B34C9644-0E10-8130-43E8-C6D3BAF9DDC8}"/>
                </a:ext>
              </a:extLst>
            </p:cNvPr>
            <p:cNvSpPr/>
            <p:nvPr/>
          </p:nvSpPr>
          <p:spPr>
            <a:xfrm>
              <a:off x="3872981" y="2965551"/>
              <a:ext cx="948853" cy="30901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BN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6AB84F20-53CD-049F-6550-75B1BA708E1A}"/>
                </a:ext>
              </a:extLst>
            </p:cNvPr>
            <p:cNvSpPr/>
            <p:nvPr/>
          </p:nvSpPr>
          <p:spPr>
            <a:xfrm>
              <a:off x="6193723" y="3785343"/>
              <a:ext cx="948853" cy="30901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: 圓角 13">
              <a:extLst>
                <a:ext uri="{FF2B5EF4-FFF2-40B4-BE49-F238E27FC236}">
                  <a16:creationId xmlns:a16="http://schemas.microsoft.com/office/drawing/2014/main" id="{2DD5BF94-7B7B-30AC-4C94-7191AAF65E3F}"/>
                </a:ext>
              </a:extLst>
            </p:cNvPr>
            <p:cNvSpPr/>
            <p:nvPr/>
          </p:nvSpPr>
          <p:spPr>
            <a:xfrm>
              <a:off x="6193723" y="4673524"/>
              <a:ext cx="948853" cy="309015"/>
            </a:xfrm>
            <a:prstGeom prst="roundRect">
              <a:avLst/>
            </a:prstGeom>
            <a:solidFill>
              <a:srgbClr val="FCBC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</a:t>
              </a:r>
              <a:endParaRPr lang="zh-TW" alt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F515C170-7997-DA68-408A-E893FC023706}"/>
                </a:ext>
              </a:extLst>
            </p:cNvPr>
            <p:cNvSpPr/>
            <p:nvPr/>
          </p:nvSpPr>
          <p:spPr>
            <a:xfrm>
              <a:off x="5807375" y="1008466"/>
              <a:ext cx="1727553" cy="4197518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9EE673E6-25F1-A78C-FD35-AE9AF203F107}"/>
                </a:ext>
              </a:extLst>
            </p:cNvPr>
            <p:cNvSpPr/>
            <p:nvPr/>
          </p:nvSpPr>
          <p:spPr>
            <a:xfrm>
              <a:off x="3289184" y="1008466"/>
              <a:ext cx="1803347" cy="431943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821118C-3B04-9CB7-20A5-82FC73B65EE6}"/>
                </a:ext>
              </a:extLst>
            </p:cNvPr>
            <p:cNvSpPr txBox="1"/>
            <p:nvPr/>
          </p:nvSpPr>
          <p:spPr>
            <a:xfrm>
              <a:off x="3366835" y="1078385"/>
              <a:ext cx="829388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RCM</a:t>
              </a:r>
              <a:endParaRPr lang="zh-TW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BBAFA6DD-8B32-19F2-1FB9-C98A65897E1B}"/>
                </a:ext>
              </a:extLst>
            </p:cNvPr>
            <p:cNvSpPr txBox="1"/>
            <p:nvPr/>
          </p:nvSpPr>
          <p:spPr>
            <a:xfrm>
              <a:off x="5841763" y="1078385"/>
              <a:ext cx="55294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RCA</a:t>
              </a:r>
              <a:endParaRPr lang="zh-TW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10B1FF1A-CE67-7FAD-F939-818D5382E39F}"/>
                </a:ext>
              </a:extLst>
            </p:cNvPr>
            <p:cNvSpPr/>
            <p:nvPr/>
          </p:nvSpPr>
          <p:spPr>
            <a:xfrm>
              <a:off x="4222497" y="4137663"/>
              <a:ext cx="308607" cy="323305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56F1F065-10F2-CBC6-65BB-6EDACFA7A143}"/>
                    </a:ext>
                  </a:extLst>
                </p:cNvPr>
                <p:cNvSpPr txBox="1"/>
                <p:nvPr/>
              </p:nvSpPr>
              <p:spPr>
                <a:xfrm>
                  <a:off x="4190858" y="4139249"/>
                  <a:ext cx="313100" cy="323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TW" sz="1500"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TW" sz="1500" dirty="0"/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56F1F065-10F2-CBC6-65BB-6EDACFA7A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858" y="4139249"/>
                  <a:ext cx="313100" cy="323164"/>
                </a:xfrm>
                <a:prstGeom prst="rect">
                  <a:avLst/>
                </a:prstGeom>
                <a:blipFill>
                  <a:blip r:embed="rId2"/>
                  <a:stretch>
                    <a:fillRect r="-15385" b="-188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F6A42D22-B9C5-D6B0-A53D-3516F2D97534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>
              <a:off x="4347409" y="1630617"/>
              <a:ext cx="0" cy="6945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A5FA62CB-DDFD-8952-1792-71AC99864E83}"/>
                </a:ext>
              </a:extLst>
            </p:cNvPr>
            <p:cNvCxnSpPr>
              <a:stCxn id="18" idx="2"/>
              <a:endCxn id="11" idx="0"/>
            </p:cNvCxnSpPr>
            <p:nvPr/>
          </p:nvCxnSpPr>
          <p:spPr>
            <a:xfrm flipH="1">
              <a:off x="4347408" y="2634179"/>
              <a:ext cx="1" cy="3313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F48770C0-0EA9-5DF1-CD6B-52EF8A928418}"/>
                </a:ext>
              </a:extLst>
            </p:cNvPr>
            <p:cNvCxnSpPr>
              <a:stCxn id="11" idx="2"/>
              <a:endCxn id="3" idx="0"/>
            </p:cNvCxnSpPr>
            <p:nvPr/>
          </p:nvCxnSpPr>
          <p:spPr>
            <a:xfrm>
              <a:off x="4347408" y="3274566"/>
              <a:ext cx="0" cy="3313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3D7475B9-1903-A66A-51EA-B9A70C58B1FD}"/>
                </a:ext>
              </a:extLst>
            </p:cNvPr>
            <p:cNvCxnSpPr>
              <a:cxnSpLocks/>
              <a:stCxn id="3" idx="2"/>
              <a:endCxn id="32" idx="0"/>
            </p:cNvCxnSpPr>
            <p:nvPr/>
          </p:nvCxnSpPr>
          <p:spPr>
            <a:xfrm>
              <a:off x="4347408" y="3914953"/>
              <a:ext cx="0" cy="224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5D0DB1AB-84E4-B2A7-B4D4-0643F9AE896E}"/>
                </a:ext>
              </a:extLst>
            </p:cNvPr>
            <p:cNvCxnSpPr>
              <a:stCxn id="32" idx="2"/>
            </p:cNvCxnSpPr>
            <p:nvPr/>
          </p:nvCxnSpPr>
          <p:spPr>
            <a:xfrm>
              <a:off x="4347408" y="4462413"/>
              <a:ext cx="0" cy="3656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接點: 肘形 50">
              <a:extLst>
                <a:ext uri="{FF2B5EF4-FFF2-40B4-BE49-F238E27FC236}">
                  <a16:creationId xmlns:a16="http://schemas.microsoft.com/office/drawing/2014/main" id="{1561E621-731D-AF4E-92B1-A51F5B4D7244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 rot="5400000">
              <a:off x="3176374" y="3129796"/>
              <a:ext cx="2185519" cy="156550"/>
            </a:xfrm>
            <a:prstGeom prst="bentConnector4">
              <a:avLst>
                <a:gd name="adj1" fmla="val 838"/>
                <a:gd name="adj2" fmla="val 475768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3196D189-3EC6-08D6-9171-E3F913CAAE7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6668151" y="1335024"/>
              <a:ext cx="0" cy="221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7" name="直線單箭頭接點 1026">
              <a:extLst>
                <a:ext uri="{FF2B5EF4-FFF2-40B4-BE49-F238E27FC236}">
                  <a16:creationId xmlns:a16="http://schemas.microsoft.com/office/drawing/2014/main" id="{B8C0C68E-9A74-DE7B-3B68-75D762D5944C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6668150" y="4982539"/>
              <a:ext cx="0" cy="1746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3" name="直線單箭頭接點 1032">
              <a:extLst>
                <a:ext uri="{FF2B5EF4-FFF2-40B4-BE49-F238E27FC236}">
                  <a16:creationId xmlns:a16="http://schemas.microsoft.com/office/drawing/2014/main" id="{226F3A76-FDC6-442B-0A7A-583C9E2B0AE7}"/>
                </a:ext>
              </a:extLst>
            </p:cNvPr>
            <p:cNvCxnSpPr>
              <a:stCxn id="21" idx="2"/>
              <a:endCxn id="4" idx="0"/>
            </p:cNvCxnSpPr>
            <p:nvPr/>
          </p:nvCxnSpPr>
          <p:spPr>
            <a:xfrm>
              <a:off x="6668151" y="1880118"/>
              <a:ext cx="0" cy="1253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5" name="直線單箭頭接點 1034">
              <a:extLst>
                <a:ext uri="{FF2B5EF4-FFF2-40B4-BE49-F238E27FC236}">
                  <a16:creationId xmlns:a16="http://schemas.microsoft.com/office/drawing/2014/main" id="{7321C2AA-65C5-41EE-BF06-18691319EABA}"/>
                </a:ext>
              </a:extLst>
            </p:cNvPr>
            <p:cNvCxnSpPr>
              <a:stCxn id="4" idx="2"/>
              <a:endCxn id="15" idx="0"/>
            </p:cNvCxnSpPr>
            <p:nvPr/>
          </p:nvCxnSpPr>
          <p:spPr>
            <a:xfrm>
              <a:off x="6668151" y="2328734"/>
              <a:ext cx="0" cy="1253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7" name="直線單箭頭接點 1036">
              <a:extLst>
                <a:ext uri="{FF2B5EF4-FFF2-40B4-BE49-F238E27FC236}">
                  <a16:creationId xmlns:a16="http://schemas.microsoft.com/office/drawing/2014/main" id="{4AF3AC2D-B6F7-81FA-54F1-C43B936BC96C}"/>
                </a:ext>
              </a:extLst>
            </p:cNvPr>
            <p:cNvCxnSpPr>
              <a:stCxn id="15" idx="2"/>
              <a:endCxn id="9" idx="0"/>
            </p:cNvCxnSpPr>
            <p:nvPr/>
          </p:nvCxnSpPr>
          <p:spPr>
            <a:xfrm>
              <a:off x="6668151" y="2777350"/>
              <a:ext cx="0" cy="1253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9" name="直線單箭頭接點 1038">
              <a:extLst>
                <a:ext uri="{FF2B5EF4-FFF2-40B4-BE49-F238E27FC236}">
                  <a16:creationId xmlns:a16="http://schemas.microsoft.com/office/drawing/2014/main" id="{548030D0-FD66-61E1-5616-B12D619E8B0B}"/>
                </a:ext>
              </a:extLst>
            </p:cNvPr>
            <p:cNvCxnSpPr>
              <a:stCxn id="9" idx="2"/>
              <a:endCxn id="2" idx="0"/>
            </p:cNvCxnSpPr>
            <p:nvPr/>
          </p:nvCxnSpPr>
          <p:spPr>
            <a:xfrm>
              <a:off x="6668151" y="3225966"/>
              <a:ext cx="0" cy="1253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1" name="直線單箭頭接點 1040">
              <a:extLst>
                <a:ext uri="{FF2B5EF4-FFF2-40B4-BE49-F238E27FC236}">
                  <a16:creationId xmlns:a16="http://schemas.microsoft.com/office/drawing/2014/main" id="{402A93A9-AE0E-4102-B7B6-135C3BABB9B2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6668150" y="3660291"/>
              <a:ext cx="0" cy="1250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5" name="直線單箭頭接點 1044">
              <a:extLst>
                <a:ext uri="{FF2B5EF4-FFF2-40B4-BE49-F238E27FC236}">
                  <a16:creationId xmlns:a16="http://schemas.microsoft.com/office/drawing/2014/main" id="{F036DE05-579C-3BF1-FFCB-9FAF7F47A16F}"/>
                </a:ext>
              </a:extLst>
            </p:cNvPr>
            <p:cNvCxnSpPr>
              <a:stCxn id="12" idx="2"/>
              <a:endCxn id="5" idx="0"/>
            </p:cNvCxnSpPr>
            <p:nvPr/>
          </p:nvCxnSpPr>
          <p:spPr>
            <a:xfrm flipH="1">
              <a:off x="6668149" y="4094358"/>
              <a:ext cx="1" cy="1250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7" name="直線單箭頭接點 1046">
              <a:extLst>
                <a:ext uri="{FF2B5EF4-FFF2-40B4-BE49-F238E27FC236}">
                  <a16:creationId xmlns:a16="http://schemas.microsoft.com/office/drawing/2014/main" id="{0194596B-EC48-E511-315F-A0783C1D8A56}"/>
                </a:ext>
              </a:extLst>
            </p:cNvPr>
            <p:cNvCxnSpPr>
              <a:stCxn id="5" idx="2"/>
              <a:endCxn id="14" idx="0"/>
            </p:cNvCxnSpPr>
            <p:nvPr/>
          </p:nvCxnSpPr>
          <p:spPr>
            <a:xfrm>
              <a:off x="6668149" y="4542716"/>
              <a:ext cx="1" cy="130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0" name="直線接點 1049">
              <a:extLst>
                <a:ext uri="{FF2B5EF4-FFF2-40B4-BE49-F238E27FC236}">
                  <a16:creationId xmlns:a16="http://schemas.microsoft.com/office/drawing/2014/main" id="{7376A010-2774-A7D1-482F-59B93DDA6FD0}"/>
                </a:ext>
              </a:extLst>
            </p:cNvPr>
            <p:cNvCxnSpPr/>
            <p:nvPr/>
          </p:nvCxnSpPr>
          <p:spPr>
            <a:xfrm flipV="1">
              <a:off x="4531104" y="1237488"/>
              <a:ext cx="1276271" cy="1087676"/>
            </a:xfrm>
            <a:prstGeom prst="line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52" name="直線接點 1051">
              <a:extLst>
                <a:ext uri="{FF2B5EF4-FFF2-40B4-BE49-F238E27FC236}">
                  <a16:creationId xmlns:a16="http://schemas.microsoft.com/office/drawing/2014/main" id="{91C1EF81-820D-1E01-B834-E89F239B6122}"/>
                </a:ext>
              </a:extLst>
            </p:cNvPr>
            <p:cNvCxnSpPr>
              <a:cxnSpLocks/>
            </p:cNvCxnSpPr>
            <p:nvPr/>
          </p:nvCxnSpPr>
          <p:spPr>
            <a:xfrm>
              <a:off x="4489702" y="2617772"/>
              <a:ext cx="1311672" cy="2331980"/>
            </a:xfrm>
            <a:prstGeom prst="line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828970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38A08-EC08-4C7D-B4EF-5AA94A927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EAE79FCC-0DFC-DB16-C4FB-57DCA5B48B58}"/>
              </a:ext>
            </a:extLst>
          </p:cNvPr>
          <p:cNvGrpSpPr/>
          <p:nvPr/>
        </p:nvGrpSpPr>
        <p:grpSpPr>
          <a:xfrm>
            <a:off x="3140532" y="972953"/>
            <a:ext cx="5834199" cy="4709392"/>
            <a:chOff x="2155372" y="154268"/>
            <a:chExt cx="7778932" cy="6279189"/>
          </a:xfrm>
        </p:grpSpPr>
        <p:sp>
          <p:nvSpPr>
            <p:cNvPr id="62" name="流程圖: 接點 61">
              <a:extLst>
                <a:ext uri="{FF2B5EF4-FFF2-40B4-BE49-F238E27FC236}">
                  <a16:creationId xmlns:a16="http://schemas.microsoft.com/office/drawing/2014/main" id="{759FFF68-1562-81A2-E0D4-20745A54FC9F}"/>
                </a:ext>
              </a:extLst>
            </p:cNvPr>
            <p:cNvSpPr/>
            <p:nvPr/>
          </p:nvSpPr>
          <p:spPr>
            <a:xfrm>
              <a:off x="7463793" y="4832865"/>
              <a:ext cx="411475" cy="431074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50038B5B-B625-59C7-C311-165BDB387482}"/>
                    </a:ext>
                  </a:extLst>
                </p:cNvPr>
                <p:cNvSpPr txBox="1"/>
                <p:nvPr/>
              </p:nvSpPr>
              <p:spPr>
                <a:xfrm>
                  <a:off x="5168535" y="154268"/>
                  <a:ext cx="185492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US" altLang="zh-TW" sz="15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50038B5B-B625-59C7-C311-165BDB387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8535" y="154268"/>
                  <a:ext cx="1854925" cy="4308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93B3496E-07FD-4481-87B1-4140DB25BE30}"/>
                </a:ext>
              </a:extLst>
            </p:cNvPr>
            <p:cNvSpPr/>
            <p:nvPr/>
          </p:nvSpPr>
          <p:spPr>
            <a:xfrm>
              <a:off x="2704010" y="1195251"/>
              <a:ext cx="1652451" cy="43107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 Conv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673FD0FB-B5DA-2EFE-D270-BC0F8027E746}"/>
                </a:ext>
              </a:extLst>
            </p:cNvPr>
            <p:cNvSpPr/>
            <p:nvPr/>
          </p:nvSpPr>
          <p:spPr>
            <a:xfrm>
              <a:off x="5269773" y="1195251"/>
              <a:ext cx="1652451" cy="43107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 Conv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7AE3263D-CDA0-B6CF-DB83-2DB814F89EDB}"/>
                </a:ext>
              </a:extLst>
            </p:cNvPr>
            <p:cNvSpPr/>
            <p:nvPr/>
          </p:nvSpPr>
          <p:spPr>
            <a:xfrm>
              <a:off x="7835536" y="1195251"/>
              <a:ext cx="1652451" cy="43107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 Conv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: 圓角 7">
                  <a:extLst>
                    <a:ext uri="{FF2B5EF4-FFF2-40B4-BE49-F238E27FC236}">
                      <a16:creationId xmlns:a16="http://schemas.microsoft.com/office/drawing/2014/main" id="{DEF0341E-9A13-DDEA-7C17-67FCD0C03D6D}"/>
                    </a:ext>
                  </a:extLst>
                </p:cNvPr>
                <p:cNvSpPr/>
                <p:nvPr/>
              </p:nvSpPr>
              <p:spPr>
                <a:xfrm>
                  <a:off x="2537458" y="2268581"/>
                  <a:ext cx="1985554" cy="431074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𝑚𝑎𝑛h𝑎𝑡𝑡𝑎𝑛</m:t>
                            </m:r>
                          </m:sub>
                        </m:sSub>
                      </m:oMath>
                    </m:oMathPara>
                  </a14:m>
                  <a:endParaRPr lang="en-US" altLang="zh-TW" sz="15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矩形: 圓角 7">
                  <a:extLst>
                    <a:ext uri="{FF2B5EF4-FFF2-40B4-BE49-F238E27FC236}">
                      <a16:creationId xmlns:a16="http://schemas.microsoft.com/office/drawing/2014/main" id="{DEF0341E-9A13-DDEA-7C17-67FCD0C03D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7458" y="2268581"/>
                  <a:ext cx="1985554" cy="431074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: 圓角 8">
                  <a:extLst>
                    <a:ext uri="{FF2B5EF4-FFF2-40B4-BE49-F238E27FC236}">
                      <a16:creationId xmlns:a16="http://schemas.microsoft.com/office/drawing/2014/main" id="{8FC736D0-12F5-A67A-2C92-E03C111890A2}"/>
                    </a:ext>
                  </a:extLst>
                </p:cNvPr>
                <p:cNvSpPr/>
                <p:nvPr/>
              </p:nvSpPr>
              <p:spPr>
                <a:xfrm>
                  <a:off x="7610736" y="2200003"/>
                  <a:ext cx="2063669" cy="568231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prior</m:t>
                            </m:r>
                          </m:sub>
                        </m:sSub>
                      </m:oMath>
                    </m:oMathPara>
                  </a14:m>
                  <a:endParaRPr lang="en-US" altLang="zh-TW" sz="15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05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l-GR" altLang="zh-TW" sz="105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TW" sz="105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5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050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05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​−</m:t>
                        </m:r>
                        <m:sSub>
                          <m:sSubPr>
                            <m:ctrlPr>
                              <a:rPr lang="en-US" altLang="zh-TW" sz="1050" i="1" dirty="0" err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50" i="1" dirty="0" err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050" i="1" dirty="0" err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05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​∣+∣</m:t>
                        </m:r>
                        <m:sSub>
                          <m:sSubPr>
                            <m:ctrlPr>
                              <a:rPr lang="en-US" altLang="zh-TW" sz="1050" i="1" dirty="0" err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50" i="1" dirty="0" err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050" i="1" dirty="0" err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05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​−</m:t>
                        </m:r>
                        <m:sSub>
                          <m:sSubPr>
                            <m:ctrlPr>
                              <a:rPr lang="en-US" altLang="zh-TW" sz="1050" i="1" dirty="0" err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50" i="1" dirty="0" err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050" i="1" dirty="0" err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05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​∣</m:t>
                        </m:r>
                      </m:oMath>
                    </m:oMathPara>
                  </a14:m>
                  <a:endParaRPr lang="en-US" altLang="zh-TW" sz="1050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矩形: 圓角 8">
                  <a:extLst>
                    <a:ext uri="{FF2B5EF4-FFF2-40B4-BE49-F238E27FC236}">
                      <a16:creationId xmlns:a16="http://schemas.microsoft.com/office/drawing/2014/main" id="{8FC736D0-12F5-A67A-2C92-E03C111890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736" y="2200003"/>
                  <a:ext cx="2063669" cy="568231"/>
                </a:xfrm>
                <a:prstGeom prst="round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: 圓角 9">
                  <a:extLst>
                    <a:ext uri="{FF2B5EF4-FFF2-40B4-BE49-F238E27FC236}">
                      <a16:creationId xmlns:a16="http://schemas.microsoft.com/office/drawing/2014/main" id="{701E8BCF-44E3-B52E-BC95-0841293C53CF}"/>
                    </a:ext>
                  </a:extLst>
                </p:cNvPr>
                <p:cNvSpPr/>
                <p:nvPr/>
              </p:nvSpPr>
              <p:spPr>
                <a:xfrm>
                  <a:off x="5110295" y="2268581"/>
                  <a:ext cx="1985554" cy="431074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cosine</m:t>
                            </m:r>
                          </m:sub>
                        </m:sSub>
                      </m:oMath>
                    </m:oMathPara>
                  </a14:m>
                  <a:endParaRPr lang="en-US" altLang="zh-TW" sz="15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矩形: 圓角 9">
                  <a:extLst>
                    <a:ext uri="{FF2B5EF4-FFF2-40B4-BE49-F238E27FC236}">
                      <a16:creationId xmlns:a16="http://schemas.microsoft.com/office/drawing/2014/main" id="{701E8BCF-44E3-B52E-BC95-0841293C53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0295" y="2268581"/>
                  <a:ext cx="1985554" cy="431074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: 圓角 10">
                  <a:extLst>
                    <a:ext uri="{FF2B5EF4-FFF2-40B4-BE49-F238E27FC236}">
                      <a16:creationId xmlns:a16="http://schemas.microsoft.com/office/drawing/2014/main" id="{8C7E2662-0CDB-E4BE-812D-8FC324A90743}"/>
                    </a:ext>
                  </a:extLst>
                </p:cNvPr>
                <p:cNvSpPr/>
                <p:nvPr/>
              </p:nvSpPr>
              <p:spPr>
                <a:xfrm>
                  <a:off x="2537458" y="3341911"/>
                  <a:ext cx="7117080" cy="431074"/>
                </a:xfrm>
                <a:prstGeom prst="roundRect">
                  <a:avLst/>
                </a:prstGeom>
                <a:solidFill>
                  <a:srgbClr val="EB373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5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hybrid</m:t>
                          </m:r>
                        </m:sub>
                      </m:sSub>
                      <m:r>
                        <a:rPr lang="en-US" altLang="zh-TW" sz="15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1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𝑚𝑎𝑛</m:t>
                          </m:r>
                        </m:sub>
                      </m:sSub>
                    </m:oMath>
                  </a14:m>
                  <a:r>
                    <a:rPr lang="en-US" altLang="zh-TW" sz="15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1500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+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</m:d>
                      <m:sSub>
                        <m:sSubPr>
                          <m:ctrlP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𝑐𝑜𝑠</m:t>
                          </m:r>
                        </m:sub>
                      </m:sSub>
                    </m:oMath>
                  </a14:m>
                  <a:r>
                    <a:rPr lang="en-US" altLang="zh-TW" sz="1500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 +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prior</m:t>
                          </m:r>
                        </m:sub>
                      </m:sSub>
                    </m:oMath>
                  </a14:m>
                  <a:endParaRPr lang="en-US" altLang="zh-TW" sz="1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矩形: 圓角 10">
                  <a:extLst>
                    <a:ext uri="{FF2B5EF4-FFF2-40B4-BE49-F238E27FC236}">
                      <a16:creationId xmlns:a16="http://schemas.microsoft.com/office/drawing/2014/main" id="{8C7E2662-0CDB-E4BE-812D-8FC324A907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7458" y="3341911"/>
                  <a:ext cx="7117080" cy="431074"/>
                </a:xfrm>
                <a:prstGeom prst="roundRect">
                  <a:avLst/>
                </a:prstGeom>
                <a:blipFill>
                  <a:blip r:embed="rId6"/>
                  <a:stretch>
                    <a:fillRect t="-7547" b="-169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: 圓角 11">
                  <a:extLst>
                    <a:ext uri="{FF2B5EF4-FFF2-40B4-BE49-F238E27FC236}">
                      <a16:creationId xmlns:a16="http://schemas.microsoft.com/office/drawing/2014/main" id="{C4BB7D0E-B1AE-4FED-88EF-FA638EAF91EA}"/>
                    </a:ext>
                  </a:extLst>
                </p:cNvPr>
                <p:cNvSpPr/>
                <p:nvPr/>
              </p:nvSpPr>
              <p:spPr>
                <a:xfrm>
                  <a:off x="4316728" y="4278085"/>
                  <a:ext cx="3558540" cy="431074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Softmax(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hybrid</m:t>
                          </m:r>
                        </m:sub>
                      </m:sSub>
                    </m:oMath>
                  </a14:m>
                  <a:r>
                    <a:rPr lang="en-US" altLang="zh-TW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2" name="矩形: 圓角 11">
                  <a:extLst>
                    <a:ext uri="{FF2B5EF4-FFF2-40B4-BE49-F238E27FC236}">
                      <a16:creationId xmlns:a16="http://schemas.microsoft.com/office/drawing/2014/main" id="{C4BB7D0E-B1AE-4FED-88EF-FA638EAF91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6728" y="4278085"/>
                  <a:ext cx="3558540" cy="431074"/>
                </a:xfrm>
                <a:prstGeom prst="roundRect">
                  <a:avLst/>
                </a:prstGeom>
                <a:blipFill>
                  <a:blip r:embed="rId7"/>
                  <a:stretch>
                    <a:fillRect t="-7547" b="-169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4B7FB3D0-B4A5-0115-C85C-1C3A9AF56939}"/>
                </a:ext>
              </a:extLst>
            </p:cNvPr>
            <p:cNvSpPr/>
            <p:nvPr/>
          </p:nvSpPr>
          <p:spPr>
            <a:xfrm>
              <a:off x="5889714" y="5449388"/>
              <a:ext cx="3558540" cy="431074"/>
            </a:xfrm>
            <a:prstGeom prst="roundRect">
              <a:avLst/>
            </a:prstGeom>
            <a:solidFill>
              <a:srgbClr val="DD86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Output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D7D668D3-CD30-4649-5D09-86226B413FED}"/>
                    </a:ext>
                  </a:extLst>
                </p:cNvPr>
                <p:cNvSpPr txBox="1"/>
                <p:nvPr/>
              </p:nvSpPr>
              <p:spPr>
                <a:xfrm>
                  <a:off x="7021010" y="5957448"/>
                  <a:ext cx="185492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5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en-US" altLang="zh-TW" sz="15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D7D668D3-CD30-4649-5D09-86226B413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1010" y="5957448"/>
                  <a:ext cx="1854925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0A1A7020-C5D2-E19A-531E-ECB9B8788BEF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6095997" y="585155"/>
              <a:ext cx="1" cy="6100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接點: 肘形 19">
              <a:extLst>
                <a:ext uri="{FF2B5EF4-FFF2-40B4-BE49-F238E27FC236}">
                  <a16:creationId xmlns:a16="http://schemas.microsoft.com/office/drawing/2014/main" id="{04E4B334-7768-38AD-89FD-4DC4B309B121}"/>
                </a:ext>
              </a:extLst>
            </p:cNvPr>
            <p:cNvCxnSpPr>
              <a:endCxn id="5" idx="0"/>
            </p:cNvCxnSpPr>
            <p:nvPr/>
          </p:nvCxnSpPr>
          <p:spPr>
            <a:xfrm rot="10800000" flipV="1">
              <a:off x="3530237" y="770709"/>
              <a:ext cx="2565761" cy="42454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接點: 肘形 22">
              <a:extLst>
                <a:ext uri="{FF2B5EF4-FFF2-40B4-BE49-F238E27FC236}">
                  <a16:creationId xmlns:a16="http://schemas.microsoft.com/office/drawing/2014/main" id="{574A87EE-CA30-7A9D-32A7-7EE9960E0DAD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6103072" y="770709"/>
              <a:ext cx="2558690" cy="42454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B870300F-A38C-C296-4425-22909E4A0070}"/>
                </a:ext>
              </a:extLst>
            </p:cNvPr>
            <p:cNvCxnSpPr>
              <a:stCxn id="11" idx="2"/>
              <a:endCxn id="12" idx="0"/>
            </p:cNvCxnSpPr>
            <p:nvPr/>
          </p:nvCxnSpPr>
          <p:spPr>
            <a:xfrm>
              <a:off x="6095998" y="3772985"/>
              <a:ext cx="0" cy="505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CDB89FE8-7239-B62F-97FB-34440E09A0BF}"/>
                </a:ext>
              </a:extLst>
            </p:cNvPr>
            <p:cNvCxnSpPr>
              <a:stCxn id="6" idx="2"/>
              <a:endCxn id="10" idx="0"/>
            </p:cNvCxnSpPr>
            <p:nvPr/>
          </p:nvCxnSpPr>
          <p:spPr>
            <a:xfrm>
              <a:off x="6095999" y="1626325"/>
              <a:ext cx="7073" cy="6422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2157D392-4D6A-879A-83ED-B18D8315FD4E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8642570" y="2768233"/>
              <a:ext cx="0" cy="5736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404760F1-B8F4-C65B-1B8B-F993CA8E2D6D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flipH="1">
              <a:off x="6095998" y="2699655"/>
              <a:ext cx="7074" cy="6422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18C0FB3A-DCE1-0418-B1DC-EAEEB5B7E3DF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3530235" y="2699655"/>
              <a:ext cx="0" cy="6422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AD2AFED3-C176-8AC0-3536-F67267D49CAE}"/>
                    </a:ext>
                  </a:extLst>
                </p:cNvPr>
                <p:cNvSpPr txBox="1"/>
                <p:nvPr/>
              </p:nvSpPr>
              <p:spPr>
                <a:xfrm>
                  <a:off x="7418069" y="4830484"/>
                  <a:ext cx="417467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oMath>
                    </m:oMathPara>
                  </a14:m>
                  <a:endParaRPr lang="en-US" altLang="zh-TW" sz="15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AD2AFED3-C176-8AC0-3536-F67267D49C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8069" y="4830484"/>
                  <a:ext cx="417467" cy="430887"/>
                </a:xfrm>
                <a:prstGeom prst="rect">
                  <a:avLst/>
                </a:prstGeom>
                <a:blipFill>
                  <a:blip r:embed="rId9"/>
                  <a:stretch>
                    <a:fillRect r="-15686" b="-188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1" name="接點: 肘形 1050">
              <a:extLst>
                <a:ext uri="{FF2B5EF4-FFF2-40B4-BE49-F238E27FC236}">
                  <a16:creationId xmlns:a16="http://schemas.microsoft.com/office/drawing/2014/main" id="{F1BB4B28-94F8-5BD5-4C10-168BA44B24E1}"/>
                </a:ext>
              </a:extLst>
            </p:cNvPr>
            <p:cNvCxnSpPr>
              <a:cxnSpLocks/>
              <a:stCxn id="7" idx="3"/>
              <a:endCxn id="62" idx="6"/>
            </p:cNvCxnSpPr>
            <p:nvPr/>
          </p:nvCxnSpPr>
          <p:spPr>
            <a:xfrm flipH="1">
              <a:off x="7875268" y="1410788"/>
              <a:ext cx="1612719" cy="3637614"/>
            </a:xfrm>
            <a:prstGeom prst="bentConnector3">
              <a:avLst>
                <a:gd name="adj1" fmla="val -189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3" name="直線單箭頭接點 1052">
              <a:extLst>
                <a:ext uri="{FF2B5EF4-FFF2-40B4-BE49-F238E27FC236}">
                  <a16:creationId xmlns:a16="http://schemas.microsoft.com/office/drawing/2014/main" id="{35D3251E-4DF4-E81F-1838-9130B82BF13B}"/>
                </a:ext>
              </a:extLst>
            </p:cNvPr>
            <p:cNvCxnSpPr>
              <a:stCxn id="62" idx="4"/>
              <a:endCxn id="13" idx="0"/>
            </p:cNvCxnSpPr>
            <p:nvPr/>
          </p:nvCxnSpPr>
          <p:spPr>
            <a:xfrm flipH="1">
              <a:off x="7668984" y="5263939"/>
              <a:ext cx="547" cy="1854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9" name="接點: 肘形 1058">
              <a:extLst>
                <a:ext uri="{FF2B5EF4-FFF2-40B4-BE49-F238E27FC236}">
                  <a16:creationId xmlns:a16="http://schemas.microsoft.com/office/drawing/2014/main" id="{9EF25757-B42E-E4A4-46B0-E61DCD18E416}"/>
                </a:ext>
              </a:extLst>
            </p:cNvPr>
            <p:cNvCxnSpPr>
              <a:cxnSpLocks/>
              <a:stCxn id="12" idx="2"/>
              <a:endCxn id="61" idx="1"/>
            </p:cNvCxnSpPr>
            <p:nvPr/>
          </p:nvCxnSpPr>
          <p:spPr>
            <a:xfrm rot="16200000" flipH="1">
              <a:off x="6588649" y="4216508"/>
              <a:ext cx="336768" cy="13220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5" name="接點: 肘形 1064">
              <a:extLst>
                <a:ext uri="{FF2B5EF4-FFF2-40B4-BE49-F238E27FC236}">
                  <a16:creationId xmlns:a16="http://schemas.microsoft.com/office/drawing/2014/main" id="{CD1EC2A1-0111-9484-1C9C-02572EDB6A09}"/>
                </a:ext>
              </a:extLst>
            </p:cNvPr>
            <p:cNvCxnSpPr>
              <a:stCxn id="5" idx="1"/>
              <a:endCxn id="8" idx="1"/>
            </p:cNvCxnSpPr>
            <p:nvPr/>
          </p:nvCxnSpPr>
          <p:spPr>
            <a:xfrm rot="10800000" flipV="1">
              <a:off x="2537458" y="1410788"/>
              <a:ext cx="166552" cy="1073330"/>
            </a:xfrm>
            <a:prstGeom prst="bentConnector3">
              <a:avLst>
                <a:gd name="adj1" fmla="val 237254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7" name="接點: 肘形 1066">
              <a:extLst>
                <a:ext uri="{FF2B5EF4-FFF2-40B4-BE49-F238E27FC236}">
                  <a16:creationId xmlns:a16="http://schemas.microsoft.com/office/drawing/2014/main" id="{2C13A814-12BB-BDB3-766F-64E4757739AC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 rot="5400000">
              <a:off x="4491989" y="664571"/>
              <a:ext cx="642256" cy="256576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9" name="接點: 肘形 1068">
              <a:extLst>
                <a:ext uri="{FF2B5EF4-FFF2-40B4-BE49-F238E27FC236}">
                  <a16:creationId xmlns:a16="http://schemas.microsoft.com/office/drawing/2014/main" id="{46A653ED-EEC1-F587-BF1A-869EA74CC87C}"/>
                </a:ext>
              </a:extLst>
            </p:cNvPr>
            <p:cNvCxnSpPr>
              <a:stCxn id="5" idx="2"/>
            </p:cNvCxnSpPr>
            <p:nvPr/>
          </p:nvCxnSpPr>
          <p:spPr>
            <a:xfrm rot="16200000" flipH="1">
              <a:off x="4715417" y="441144"/>
              <a:ext cx="202475" cy="257283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0" name="矩形: 圓角 1069">
              <a:extLst>
                <a:ext uri="{FF2B5EF4-FFF2-40B4-BE49-F238E27FC236}">
                  <a16:creationId xmlns:a16="http://schemas.microsoft.com/office/drawing/2014/main" id="{595320E1-9C7B-A3F5-F654-8AAD49906F4E}"/>
                </a:ext>
              </a:extLst>
            </p:cNvPr>
            <p:cNvSpPr/>
            <p:nvPr/>
          </p:nvSpPr>
          <p:spPr>
            <a:xfrm>
              <a:off x="2155372" y="672738"/>
              <a:ext cx="7778932" cy="5268445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00">
                <a:solidFill>
                  <a:schemeClr val="tx1"/>
                </a:solidFill>
              </a:endParaRPr>
            </a:p>
          </p:txBody>
        </p:sp>
        <p:cxnSp>
          <p:nvCxnSpPr>
            <p:cNvPr id="1073" name="直線單箭頭接點 1072">
              <a:extLst>
                <a:ext uri="{FF2B5EF4-FFF2-40B4-BE49-F238E27FC236}">
                  <a16:creationId xmlns:a16="http://schemas.microsoft.com/office/drawing/2014/main" id="{77498EA9-6E18-4C49-1D37-FFBDFE15A697}"/>
                </a:ext>
              </a:extLst>
            </p:cNvPr>
            <p:cNvCxnSpPr>
              <a:stCxn id="13" idx="2"/>
            </p:cNvCxnSpPr>
            <p:nvPr/>
          </p:nvCxnSpPr>
          <p:spPr>
            <a:xfrm flipH="1">
              <a:off x="7666535" y="5880462"/>
              <a:ext cx="2449" cy="5529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4" name="文字方塊 1073">
              <a:extLst>
                <a:ext uri="{FF2B5EF4-FFF2-40B4-BE49-F238E27FC236}">
                  <a16:creationId xmlns:a16="http://schemas.microsoft.com/office/drawing/2014/main" id="{51A6FA13-B755-2DD9-4BFA-DCE57DD5BDDE}"/>
                </a:ext>
              </a:extLst>
            </p:cNvPr>
            <p:cNvSpPr txBox="1"/>
            <p:nvPr/>
          </p:nvSpPr>
          <p:spPr>
            <a:xfrm>
              <a:off x="7590869" y="727351"/>
              <a:ext cx="206366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Manhattan Block</a:t>
              </a:r>
              <a:endParaRPr lang="zh-TW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746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2A49-0DB4-C3B9-F373-4B0DBAE88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FAFAC7E6-B1F4-DC14-982E-BA4170CED31C}"/>
              </a:ext>
            </a:extLst>
          </p:cNvPr>
          <p:cNvGrpSpPr/>
          <p:nvPr/>
        </p:nvGrpSpPr>
        <p:grpSpPr>
          <a:xfrm>
            <a:off x="4128052" y="122473"/>
            <a:ext cx="4078308" cy="6574597"/>
            <a:chOff x="4128052" y="122473"/>
            <a:chExt cx="4078308" cy="6574597"/>
          </a:xfrm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205CE2A3-5C95-E159-113D-B8E37BA5FE16}"/>
                </a:ext>
              </a:extLst>
            </p:cNvPr>
            <p:cNvSpPr/>
            <p:nvPr/>
          </p:nvSpPr>
          <p:spPr>
            <a:xfrm>
              <a:off x="5476328" y="5288364"/>
              <a:ext cx="1239338" cy="39678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D11318DA-C0A1-E992-B35F-31E8E2252CA9}"/>
                </a:ext>
              </a:extLst>
            </p:cNvPr>
            <p:cNvSpPr/>
            <p:nvPr/>
          </p:nvSpPr>
          <p:spPr>
            <a:xfrm>
              <a:off x="5351416" y="2103917"/>
              <a:ext cx="1489166" cy="46863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 Loop</a:t>
              </a:r>
            </a:p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(repeated n times)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: 圓角 9">
                  <a:extLst>
                    <a:ext uri="{FF2B5EF4-FFF2-40B4-BE49-F238E27FC236}">
                      <a16:creationId xmlns:a16="http://schemas.microsoft.com/office/drawing/2014/main" id="{7A259063-85A3-E554-AD7A-C366FC8FA0E2}"/>
                    </a:ext>
                  </a:extLst>
                </p:cNvPr>
                <p:cNvSpPr/>
                <p:nvPr/>
              </p:nvSpPr>
              <p:spPr>
                <a:xfrm>
                  <a:off x="4128052" y="2804212"/>
                  <a:ext cx="1489166" cy="886640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2=</m:t>
                        </m:r>
                        <m:r>
                          <m:rPr>
                            <m:sty m:val="p"/>
                          </m:rP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True</m:t>
                        </m:r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Path</m:t>
                        </m:r>
                      </m:oMath>
                    </m:oMathPara>
                  </a14:m>
                  <a:endParaRPr lang="en-US" altLang="zh-TW" sz="135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(Aattn + MLP)</a:t>
                  </a:r>
                </a:p>
              </p:txBody>
            </p:sp>
          </mc:Choice>
          <mc:Fallback xmlns="">
            <p:sp>
              <p:nvSpPr>
                <p:cNvPr id="10" name="矩形: 圓角 9">
                  <a:extLst>
                    <a:ext uri="{FF2B5EF4-FFF2-40B4-BE49-F238E27FC236}">
                      <a16:creationId xmlns:a16="http://schemas.microsoft.com/office/drawing/2014/main" id="{7A259063-85A3-E554-AD7A-C366FC8FA0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8052" y="2804212"/>
                  <a:ext cx="1489166" cy="886640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: 圓角 18">
                  <a:extLst>
                    <a:ext uri="{FF2B5EF4-FFF2-40B4-BE49-F238E27FC236}">
                      <a16:creationId xmlns:a16="http://schemas.microsoft.com/office/drawing/2014/main" id="{41E358D3-CF70-721B-48E5-9FFEB20BFEA1}"/>
                    </a:ext>
                  </a:extLst>
                </p:cNvPr>
                <p:cNvSpPr/>
                <p:nvPr/>
              </p:nvSpPr>
              <p:spPr>
                <a:xfrm>
                  <a:off x="5476331" y="122473"/>
                  <a:ext cx="1239338" cy="396785"/>
                </a:xfrm>
                <a:prstGeom prst="roundRect">
                  <a:avLst/>
                </a:prstGeom>
                <a:solidFill>
                  <a:srgbClr val="EB373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Tensor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3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</m:oMath>
                  </a14:m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矩形: 圓角 18">
                  <a:extLst>
                    <a:ext uri="{FF2B5EF4-FFF2-40B4-BE49-F238E27FC236}">
                      <a16:creationId xmlns:a16="http://schemas.microsoft.com/office/drawing/2014/main" id="{41E358D3-CF70-721B-48E5-9FFEB20BFE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6331" y="122473"/>
                  <a:ext cx="1239338" cy="396785"/>
                </a:xfrm>
                <a:prstGeom prst="roundRect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: 圓角 6">
                  <a:extLst>
                    <a:ext uri="{FF2B5EF4-FFF2-40B4-BE49-F238E27FC236}">
                      <a16:creationId xmlns:a16="http://schemas.microsoft.com/office/drawing/2014/main" id="{7D8AE2CB-F48A-7F3D-9484-0BF0E18F91DC}"/>
                    </a:ext>
                  </a:extLst>
                </p:cNvPr>
                <p:cNvSpPr/>
                <p:nvPr/>
              </p:nvSpPr>
              <p:spPr>
                <a:xfrm>
                  <a:off x="5377518" y="1358530"/>
                  <a:ext cx="1436966" cy="524147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𝐼𝑛𝑖𝑡𝑖𝑎𝑙𝑖𝑧𝑒</m:t>
                        </m:r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𝐿𝑖𝑠𝑡</m:t>
                        </m:r>
                      </m:oMath>
                    </m:oMathPara>
                  </a14:m>
                  <a:endParaRPr lang="en-US" altLang="zh-TW" sz="135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=[</m:t>
                        </m:r>
                        <m:r>
                          <m:rPr>
                            <m:sty m:val="p"/>
                          </m:rP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0]</m:t>
                        </m:r>
                      </m:oMath>
                    </m:oMathPara>
                  </a14:m>
                  <a:endParaRPr lang="en-US" altLang="zh-TW" sz="135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矩形: 圓角 6">
                  <a:extLst>
                    <a:ext uri="{FF2B5EF4-FFF2-40B4-BE49-F238E27FC236}">
                      <a16:creationId xmlns:a16="http://schemas.microsoft.com/office/drawing/2014/main" id="{7D8AE2CB-F48A-7F3D-9484-0BF0E18F91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7518" y="1358530"/>
                  <a:ext cx="1436966" cy="524147"/>
                </a:xfrm>
                <a:prstGeom prst="roundRect">
                  <a:avLst/>
                </a:prstGeom>
                <a:blipFill>
                  <a:blip r:embed="rId4"/>
                  <a:stretch>
                    <a:fillRect b="-46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: 圓角 12">
                  <a:extLst>
                    <a:ext uri="{FF2B5EF4-FFF2-40B4-BE49-F238E27FC236}">
                      <a16:creationId xmlns:a16="http://schemas.microsoft.com/office/drawing/2014/main" id="{0D5B34E1-E312-E751-55E4-11635D734C95}"/>
                    </a:ext>
                  </a:extLst>
                </p:cNvPr>
                <p:cNvSpPr/>
                <p:nvPr/>
              </p:nvSpPr>
              <p:spPr>
                <a:xfrm>
                  <a:off x="6715665" y="2800312"/>
                  <a:ext cx="1490695" cy="886640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2=</m:t>
                        </m:r>
                        <m:r>
                          <m:rPr>
                            <m:sty m:val="p"/>
                          </m:rP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False</m:t>
                        </m:r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Path</m:t>
                        </m:r>
                      </m:oMath>
                    </m:oMathPara>
                  </a14:m>
                  <a:endParaRPr lang="en-US" altLang="zh-TW" sz="135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(C3k)</a:t>
                  </a:r>
                </a:p>
              </p:txBody>
            </p:sp>
          </mc:Choice>
          <mc:Fallback xmlns="">
            <p:sp>
              <p:nvSpPr>
                <p:cNvPr id="13" name="矩形: 圓角 12">
                  <a:extLst>
                    <a:ext uri="{FF2B5EF4-FFF2-40B4-BE49-F238E27FC236}">
                      <a16:creationId xmlns:a16="http://schemas.microsoft.com/office/drawing/2014/main" id="{0D5B34E1-E312-E751-55E4-11635D734C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5665" y="2800312"/>
                  <a:ext cx="1490695" cy="886640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7CBB552D-5E58-5A27-05EF-3E9D9884F241}"/>
                </a:ext>
              </a:extLst>
            </p:cNvPr>
            <p:cNvSpPr/>
            <p:nvPr/>
          </p:nvSpPr>
          <p:spPr>
            <a:xfrm>
              <a:off x="5111383" y="4044945"/>
              <a:ext cx="1969226" cy="32330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Appended output to List</a:t>
              </a:r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F6CE852E-D262-5A55-2C53-E7940306D9CB}"/>
                </a:ext>
              </a:extLst>
            </p:cNvPr>
            <p:cNvSpPr/>
            <p:nvPr/>
          </p:nvSpPr>
          <p:spPr>
            <a:xfrm>
              <a:off x="5476328" y="4629915"/>
              <a:ext cx="1239338" cy="396785"/>
            </a:xfrm>
            <a:prstGeom prst="roundRect">
              <a:avLst/>
            </a:prstGeom>
            <a:solidFill>
              <a:srgbClr val="F48E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991D55D6-459B-9F19-D303-91F43F2620D2}"/>
                </a:ext>
              </a:extLst>
            </p:cNvPr>
            <p:cNvSpPr/>
            <p:nvPr/>
          </p:nvSpPr>
          <p:spPr>
            <a:xfrm>
              <a:off x="5476331" y="740500"/>
              <a:ext cx="1239338" cy="39678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35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13C923EA-A142-0B5E-1B02-EB1443A836FB}"/>
                </a:ext>
              </a:extLst>
            </p:cNvPr>
            <p:cNvSpPr/>
            <p:nvPr/>
          </p:nvSpPr>
          <p:spPr>
            <a:xfrm>
              <a:off x="6576443" y="5903500"/>
              <a:ext cx="1239338" cy="32330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Residual ON</a:t>
              </a:r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701D7AB8-D692-FB01-5B9C-C02FBC186523}"/>
                </a:ext>
              </a:extLst>
            </p:cNvPr>
            <p:cNvSpPr/>
            <p:nvPr/>
          </p:nvSpPr>
          <p:spPr>
            <a:xfrm>
              <a:off x="4379131" y="5903500"/>
              <a:ext cx="1239338" cy="32330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Residual OFF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: 圓角 22">
                  <a:extLst>
                    <a:ext uri="{FF2B5EF4-FFF2-40B4-BE49-F238E27FC236}">
                      <a16:creationId xmlns:a16="http://schemas.microsoft.com/office/drawing/2014/main" id="{32504616-5662-30D4-676E-4B79ED748DF5}"/>
                    </a:ext>
                  </a:extLst>
                </p:cNvPr>
                <p:cNvSpPr/>
                <p:nvPr/>
              </p:nvSpPr>
              <p:spPr>
                <a:xfrm>
                  <a:off x="5377518" y="6338742"/>
                  <a:ext cx="1436966" cy="358328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Output</m:t>
                        </m:r>
                        <m: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3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Tensor</m:t>
                        </m:r>
                      </m:oMath>
                    </m:oMathPara>
                  </a14:m>
                  <a:endParaRPr lang="en-US" altLang="zh-TW" sz="135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矩形: 圓角 22">
                  <a:extLst>
                    <a:ext uri="{FF2B5EF4-FFF2-40B4-BE49-F238E27FC236}">
                      <a16:creationId xmlns:a16="http://schemas.microsoft.com/office/drawing/2014/main" id="{32504616-5662-30D4-676E-4B79ED748D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7518" y="6338742"/>
                  <a:ext cx="1436966" cy="358328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BE9EDFA6-3472-EBCE-CD2B-0DE6D8D301C8}"/>
                </a:ext>
              </a:extLst>
            </p:cNvPr>
            <p:cNvCxnSpPr>
              <a:stCxn id="19" idx="2"/>
              <a:endCxn id="20" idx="0"/>
            </p:cNvCxnSpPr>
            <p:nvPr/>
          </p:nvCxnSpPr>
          <p:spPr>
            <a:xfrm>
              <a:off x="6096000" y="519258"/>
              <a:ext cx="0" cy="221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28FB8A92-5ABB-5EC9-1C2F-4B13ECE3850D}"/>
                </a:ext>
              </a:extLst>
            </p:cNvPr>
            <p:cNvCxnSpPr>
              <a:stCxn id="20" idx="2"/>
              <a:endCxn id="7" idx="0"/>
            </p:cNvCxnSpPr>
            <p:nvPr/>
          </p:nvCxnSpPr>
          <p:spPr>
            <a:xfrm>
              <a:off x="6096000" y="1137285"/>
              <a:ext cx="1" cy="2212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92B4066B-9699-BE13-295A-54810042DF37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6095997" y="1882676"/>
              <a:ext cx="2" cy="2212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接點: 肘形 30">
              <a:extLst>
                <a:ext uri="{FF2B5EF4-FFF2-40B4-BE49-F238E27FC236}">
                  <a16:creationId xmlns:a16="http://schemas.microsoft.com/office/drawing/2014/main" id="{4256F7EC-A88A-1CC1-8EE0-0BAE9F3F18E1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rot="5400000">
              <a:off x="5368487" y="2076697"/>
              <a:ext cx="231661" cy="122336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接點: 肘形 34">
              <a:extLst>
                <a:ext uri="{FF2B5EF4-FFF2-40B4-BE49-F238E27FC236}">
                  <a16:creationId xmlns:a16="http://schemas.microsoft.com/office/drawing/2014/main" id="{CDAC7D5B-648C-8D5E-C689-96A7C68F0BDB}"/>
                </a:ext>
              </a:extLst>
            </p:cNvPr>
            <p:cNvCxnSpPr>
              <a:stCxn id="8" idx="2"/>
              <a:endCxn id="13" idx="0"/>
            </p:cNvCxnSpPr>
            <p:nvPr/>
          </p:nvCxnSpPr>
          <p:spPr>
            <a:xfrm rot="16200000" flipH="1">
              <a:off x="6664624" y="2003924"/>
              <a:ext cx="227762" cy="136501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接點: 肘形 37">
              <a:extLst>
                <a:ext uri="{FF2B5EF4-FFF2-40B4-BE49-F238E27FC236}">
                  <a16:creationId xmlns:a16="http://schemas.microsoft.com/office/drawing/2014/main" id="{A570FF0C-4523-E5AD-897E-2127C11200C6}"/>
                </a:ext>
              </a:extLst>
            </p:cNvPr>
            <p:cNvCxnSpPr>
              <a:cxnSpLocks/>
              <a:stCxn id="10" idx="2"/>
              <a:endCxn id="15" idx="0"/>
            </p:cNvCxnSpPr>
            <p:nvPr/>
          </p:nvCxnSpPr>
          <p:spPr>
            <a:xfrm rot="16200000" flipH="1">
              <a:off x="5307269" y="3256217"/>
              <a:ext cx="354093" cy="122336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接點: 肘形 41">
              <a:extLst>
                <a:ext uri="{FF2B5EF4-FFF2-40B4-BE49-F238E27FC236}">
                  <a16:creationId xmlns:a16="http://schemas.microsoft.com/office/drawing/2014/main" id="{44A0DDE9-310A-C1FC-F480-C878FF8213BA}"/>
                </a:ext>
              </a:extLst>
            </p:cNvPr>
            <p:cNvCxnSpPr>
              <a:cxnSpLocks/>
              <a:stCxn id="13" idx="2"/>
              <a:endCxn id="15" idx="0"/>
            </p:cNvCxnSpPr>
            <p:nvPr/>
          </p:nvCxnSpPr>
          <p:spPr>
            <a:xfrm rot="5400000">
              <a:off x="6599509" y="3183440"/>
              <a:ext cx="357993" cy="136501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B7A953FC-ACF6-301B-AB4C-09F489681EED}"/>
                </a:ext>
              </a:extLst>
            </p:cNvPr>
            <p:cNvCxnSpPr>
              <a:cxnSpLocks/>
              <a:stCxn id="18" idx="2"/>
              <a:endCxn id="5" idx="0"/>
            </p:cNvCxnSpPr>
            <p:nvPr/>
          </p:nvCxnSpPr>
          <p:spPr>
            <a:xfrm>
              <a:off x="6095997" y="5026700"/>
              <a:ext cx="0" cy="261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接點: 肘形 49">
              <a:extLst>
                <a:ext uri="{FF2B5EF4-FFF2-40B4-BE49-F238E27FC236}">
                  <a16:creationId xmlns:a16="http://schemas.microsoft.com/office/drawing/2014/main" id="{3827A5BC-ADEE-5552-B82D-B16013E8C433}"/>
                </a:ext>
              </a:extLst>
            </p:cNvPr>
            <p:cNvCxnSpPr>
              <a:stCxn id="5" idx="2"/>
              <a:endCxn id="22" idx="0"/>
            </p:cNvCxnSpPr>
            <p:nvPr/>
          </p:nvCxnSpPr>
          <p:spPr>
            <a:xfrm rot="5400000">
              <a:off x="5438223" y="5245727"/>
              <a:ext cx="218352" cy="109719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接點: 肘形 53">
              <a:extLst>
                <a:ext uri="{FF2B5EF4-FFF2-40B4-BE49-F238E27FC236}">
                  <a16:creationId xmlns:a16="http://schemas.microsoft.com/office/drawing/2014/main" id="{425D0F54-AB58-BB94-EDB9-5B2F03B8020E}"/>
                </a:ext>
              </a:extLst>
            </p:cNvPr>
            <p:cNvCxnSpPr>
              <a:cxnSpLocks/>
              <a:stCxn id="22" idx="2"/>
              <a:endCxn id="23" idx="1"/>
            </p:cNvCxnSpPr>
            <p:nvPr/>
          </p:nvCxnSpPr>
          <p:spPr>
            <a:xfrm rot="16200000" flipH="1">
              <a:off x="5042610" y="6182997"/>
              <a:ext cx="291100" cy="37871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接點: 肘形 55">
              <a:extLst>
                <a:ext uri="{FF2B5EF4-FFF2-40B4-BE49-F238E27FC236}">
                  <a16:creationId xmlns:a16="http://schemas.microsoft.com/office/drawing/2014/main" id="{FD5A3082-2F5A-2156-640C-B87BF09EECF7}"/>
                </a:ext>
              </a:extLst>
            </p:cNvPr>
            <p:cNvCxnSpPr>
              <a:cxnSpLocks/>
              <a:stCxn id="21" idx="2"/>
              <a:endCxn id="23" idx="3"/>
            </p:cNvCxnSpPr>
            <p:nvPr/>
          </p:nvCxnSpPr>
          <p:spPr>
            <a:xfrm rot="5400000">
              <a:off x="6859749" y="6181541"/>
              <a:ext cx="291100" cy="38162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9" name="接點: 肘形 1028">
              <a:extLst>
                <a:ext uri="{FF2B5EF4-FFF2-40B4-BE49-F238E27FC236}">
                  <a16:creationId xmlns:a16="http://schemas.microsoft.com/office/drawing/2014/main" id="{62F1C841-9CAD-FEA4-1BAF-D7F342E33F4F}"/>
                </a:ext>
              </a:extLst>
            </p:cNvPr>
            <p:cNvCxnSpPr>
              <a:stCxn id="5" idx="2"/>
              <a:endCxn id="21" idx="0"/>
            </p:cNvCxnSpPr>
            <p:nvPr/>
          </p:nvCxnSpPr>
          <p:spPr>
            <a:xfrm rot="16200000" flipH="1">
              <a:off x="6536879" y="5244267"/>
              <a:ext cx="218352" cy="110011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9" name="直線單箭頭接點 1048">
              <a:extLst>
                <a:ext uri="{FF2B5EF4-FFF2-40B4-BE49-F238E27FC236}">
                  <a16:creationId xmlns:a16="http://schemas.microsoft.com/office/drawing/2014/main" id="{40F51F77-CDF9-7A44-C9AD-8410CC5A828B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>
              <a:off x="6095996" y="4368251"/>
              <a:ext cx="1" cy="261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5242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BD049-99A1-F449-6AC7-F0178FC1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群組 24">
            <a:extLst>
              <a:ext uri="{FF2B5EF4-FFF2-40B4-BE49-F238E27FC236}">
                <a16:creationId xmlns:a16="http://schemas.microsoft.com/office/drawing/2014/main" id="{4464B0DF-EAC3-FF97-934E-0E1673FF9320}"/>
              </a:ext>
            </a:extLst>
          </p:cNvPr>
          <p:cNvGrpSpPr/>
          <p:nvPr/>
        </p:nvGrpSpPr>
        <p:grpSpPr>
          <a:xfrm>
            <a:off x="252890" y="386476"/>
            <a:ext cx="10295367" cy="6062708"/>
            <a:chOff x="252890" y="386476"/>
            <a:chExt cx="10295367" cy="6062708"/>
          </a:xfrm>
        </p:grpSpPr>
        <p:grpSp>
          <p:nvGrpSpPr>
            <p:cNvPr id="1110" name="群組 1109">
              <a:extLst>
                <a:ext uri="{FF2B5EF4-FFF2-40B4-BE49-F238E27FC236}">
                  <a16:creationId xmlns:a16="http://schemas.microsoft.com/office/drawing/2014/main" id="{654516A7-B649-3DC5-A49D-D2949F761BB5}"/>
                </a:ext>
              </a:extLst>
            </p:cNvPr>
            <p:cNvGrpSpPr/>
            <p:nvPr/>
          </p:nvGrpSpPr>
          <p:grpSpPr>
            <a:xfrm>
              <a:off x="252890" y="386476"/>
              <a:ext cx="10295367" cy="6062708"/>
              <a:chOff x="252890" y="386476"/>
              <a:chExt cx="10295367" cy="6062708"/>
            </a:xfrm>
          </p:grpSpPr>
          <p:grpSp>
            <p:nvGrpSpPr>
              <p:cNvPr id="1089" name="群組 1088">
                <a:extLst>
                  <a:ext uri="{FF2B5EF4-FFF2-40B4-BE49-F238E27FC236}">
                    <a16:creationId xmlns:a16="http://schemas.microsoft.com/office/drawing/2014/main" id="{1CC97CB4-19BC-8417-AA96-9D4DABF9891F}"/>
                  </a:ext>
                </a:extLst>
              </p:cNvPr>
              <p:cNvGrpSpPr/>
              <p:nvPr/>
            </p:nvGrpSpPr>
            <p:grpSpPr>
              <a:xfrm>
                <a:off x="252890" y="386476"/>
                <a:ext cx="10295367" cy="6062708"/>
                <a:chOff x="298610" y="590884"/>
                <a:chExt cx="10295367" cy="6062708"/>
              </a:xfrm>
            </p:grpSpPr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A7BCCEE2-3323-34E9-3B3D-9D256060E275}"/>
                    </a:ext>
                  </a:extLst>
                </p:cNvPr>
                <p:cNvSpPr/>
                <p:nvPr/>
              </p:nvSpPr>
              <p:spPr>
                <a:xfrm>
                  <a:off x="9202783" y="1841517"/>
                  <a:ext cx="1391194" cy="481207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91C2DF19-1442-4493-D814-62165321373F}"/>
                    </a:ext>
                  </a:extLst>
                </p:cNvPr>
                <p:cNvSpPr/>
                <p:nvPr/>
              </p:nvSpPr>
              <p:spPr>
                <a:xfrm>
                  <a:off x="4516121" y="1841517"/>
                  <a:ext cx="3961674" cy="481207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C8910085-9E84-3E5C-18E8-60D469971175}"/>
                    </a:ext>
                  </a:extLst>
                </p:cNvPr>
                <p:cNvSpPr/>
                <p:nvPr/>
              </p:nvSpPr>
              <p:spPr>
                <a:xfrm>
                  <a:off x="2516161" y="590884"/>
                  <a:ext cx="1436914" cy="606270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" name="矩形: 圓角 4">
                  <a:extLst>
                    <a:ext uri="{FF2B5EF4-FFF2-40B4-BE49-F238E27FC236}">
                      <a16:creationId xmlns:a16="http://schemas.microsoft.com/office/drawing/2014/main" id="{BD028C86-71C0-B3F8-2EC0-A2C490772563}"/>
                    </a:ext>
                  </a:extLst>
                </p:cNvPr>
                <p:cNvSpPr/>
                <p:nvPr/>
              </p:nvSpPr>
              <p:spPr>
                <a:xfrm>
                  <a:off x="4977962" y="3309121"/>
                  <a:ext cx="937532" cy="396785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Upsample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" name="矩形: 圓角 7">
                  <a:extLst>
                    <a:ext uri="{FF2B5EF4-FFF2-40B4-BE49-F238E27FC236}">
                      <a16:creationId xmlns:a16="http://schemas.microsoft.com/office/drawing/2014/main" id="{F02B44AF-1F0F-A020-A3EB-C9C52D1E9BE7}"/>
                    </a:ext>
                  </a:extLst>
                </p:cNvPr>
                <p:cNvSpPr/>
                <p:nvPr/>
              </p:nvSpPr>
              <p:spPr>
                <a:xfrm>
                  <a:off x="9416115" y="5865605"/>
                  <a:ext cx="936007" cy="396785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Detect</a:t>
                  </a:r>
                </a:p>
              </p:txBody>
            </p:sp>
            <p:sp>
              <p:nvSpPr>
                <p:cNvPr id="7" name="矩形: 圓角 6">
                  <a:extLst>
                    <a:ext uri="{FF2B5EF4-FFF2-40B4-BE49-F238E27FC236}">
                      <a16:creationId xmlns:a16="http://schemas.microsoft.com/office/drawing/2014/main" id="{49E187AE-5660-A990-C91D-AC8E3C8DCCB6}"/>
                    </a:ext>
                  </a:extLst>
                </p:cNvPr>
                <p:cNvSpPr/>
                <p:nvPr/>
              </p:nvSpPr>
              <p:spPr>
                <a:xfrm>
                  <a:off x="7192005" y="5868400"/>
                  <a:ext cx="937532" cy="39678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C3k2</a:t>
                  </a:r>
                </a:p>
              </p:txBody>
            </p:sp>
            <p:sp>
              <p:nvSpPr>
                <p:cNvPr id="18" name="矩形: 圓角 17">
                  <a:extLst>
                    <a:ext uri="{FF2B5EF4-FFF2-40B4-BE49-F238E27FC236}">
                      <a16:creationId xmlns:a16="http://schemas.microsoft.com/office/drawing/2014/main" id="{F0752B82-DBBF-AA9F-BBD3-4748F75E0A66}"/>
                    </a:ext>
                  </a:extLst>
                </p:cNvPr>
                <p:cNvSpPr/>
                <p:nvPr/>
              </p:nvSpPr>
              <p:spPr>
                <a:xfrm>
                  <a:off x="7198565" y="5235504"/>
                  <a:ext cx="937532" cy="396785"/>
                </a:xfrm>
                <a:prstGeom prst="roundRect">
                  <a:avLst/>
                </a:prstGeom>
                <a:solidFill>
                  <a:srgbClr val="F48E8C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Concat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矩形: 圓角 19">
                  <a:extLst>
                    <a:ext uri="{FF2B5EF4-FFF2-40B4-BE49-F238E27FC236}">
                      <a16:creationId xmlns:a16="http://schemas.microsoft.com/office/drawing/2014/main" id="{9B97BE01-C537-1D07-5D4C-B678D86B44FB}"/>
                    </a:ext>
                  </a:extLst>
                </p:cNvPr>
                <p:cNvSpPr/>
                <p:nvPr/>
              </p:nvSpPr>
              <p:spPr>
                <a:xfrm>
                  <a:off x="2758884" y="748750"/>
                  <a:ext cx="937532" cy="39678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矩形: 圓角 20">
                  <a:extLst>
                    <a:ext uri="{FF2B5EF4-FFF2-40B4-BE49-F238E27FC236}">
                      <a16:creationId xmlns:a16="http://schemas.microsoft.com/office/drawing/2014/main" id="{37539307-EF46-4C5A-6C2B-78F2D4EF760A}"/>
                    </a:ext>
                  </a:extLst>
                </p:cNvPr>
                <p:cNvSpPr/>
                <p:nvPr/>
              </p:nvSpPr>
              <p:spPr>
                <a:xfrm>
                  <a:off x="7198565" y="3949355"/>
                  <a:ext cx="936007" cy="397835"/>
                </a:xfrm>
                <a:prstGeom prst="roundRect">
                  <a:avLst/>
                </a:prstGeom>
                <a:solidFill>
                  <a:srgbClr val="FDD7D7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A2C2f</a:t>
                  </a:r>
                </a:p>
              </p:txBody>
            </p:sp>
            <p:sp>
              <p:nvSpPr>
                <p:cNvPr id="3" name="矩形: 圓角 2">
                  <a:extLst>
                    <a:ext uri="{FF2B5EF4-FFF2-40B4-BE49-F238E27FC236}">
                      <a16:creationId xmlns:a16="http://schemas.microsoft.com/office/drawing/2014/main" id="{5995D85B-1D2A-A220-D9B4-9C1F8DAB475F}"/>
                    </a:ext>
                  </a:extLst>
                </p:cNvPr>
                <p:cNvSpPr/>
                <p:nvPr/>
              </p:nvSpPr>
              <p:spPr>
                <a:xfrm>
                  <a:off x="7198564" y="4589350"/>
                  <a:ext cx="936007" cy="39678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" name="矩形: 圓角 3">
                  <a:extLst>
                    <a:ext uri="{FF2B5EF4-FFF2-40B4-BE49-F238E27FC236}">
                      <a16:creationId xmlns:a16="http://schemas.microsoft.com/office/drawing/2014/main" id="{CC2663D4-8EDC-1FF0-B523-517E8AE03353}"/>
                    </a:ext>
                  </a:extLst>
                </p:cNvPr>
                <p:cNvSpPr/>
                <p:nvPr/>
              </p:nvSpPr>
              <p:spPr>
                <a:xfrm>
                  <a:off x="7197040" y="2667631"/>
                  <a:ext cx="937532" cy="39678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" name="矩形: 圓角 5">
                  <a:extLst>
                    <a:ext uri="{FF2B5EF4-FFF2-40B4-BE49-F238E27FC236}">
                      <a16:creationId xmlns:a16="http://schemas.microsoft.com/office/drawing/2014/main" id="{953B32D9-0C2C-D6F1-CF57-727CD275F721}"/>
                    </a:ext>
                  </a:extLst>
                </p:cNvPr>
                <p:cNvSpPr/>
                <p:nvPr/>
              </p:nvSpPr>
              <p:spPr>
                <a:xfrm>
                  <a:off x="2764735" y="5230395"/>
                  <a:ext cx="937532" cy="39678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矩形: 圓角 8">
                  <a:extLst>
                    <a:ext uri="{FF2B5EF4-FFF2-40B4-BE49-F238E27FC236}">
                      <a16:creationId xmlns:a16="http://schemas.microsoft.com/office/drawing/2014/main" id="{2AD10BA7-4201-AFC8-B173-CCF242F8E5CA}"/>
                    </a:ext>
                  </a:extLst>
                </p:cNvPr>
                <p:cNvSpPr/>
                <p:nvPr/>
              </p:nvSpPr>
              <p:spPr>
                <a:xfrm>
                  <a:off x="2758884" y="3949355"/>
                  <a:ext cx="937532" cy="39678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" name="矩形: 圓角 10">
                  <a:extLst>
                    <a:ext uri="{FF2B5EF4-FFF2-40B4-BE49-F238E27FC236}">
                      <a16:creationId xmlns:a16="http://schemas.microsoft.com/office/drawing/2014/main" id="{9265E41F-879F-CE10-CF2A-C83F609F9E1D}"/>
                    </a:ext>
                  </a:extLst>
                </p:cNvPr>
                <p:cNvSpPr/>
                <p:nvPr/>
              </p:nvSpPr>
              <p:spPr>
                <a:xfrm>
                  <a:off x="2758884" y="1388745"/>
                  <a:ext cx="943382" cy="39678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" name="矩形: 圓角 11">
                  <a:extLst>
                    <a:ext uri="{FF2B5EF4-FFF2-40B4-BE49-F238E27FC236}">
                      <a16:creationId xmlns:a16="http://schemas.microsoft.com/office/drawing/2014/main" id="{7E229230-EAB2-9AA6-E87C-BB5B320B0961}"/>
                    </a:ext>
                  </a:extLst>
                </p:cNvPr>
                <p:cNvSpPr/>
                <p:nvPr/>
              </p:nvSpPr>
              <p:spPr>
                <a:xfrm>
                  <a:off x="2758884" y="2669365"/>
                  <a:ext cx="943382" cy="39678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矩形: 圓角 13">
                  <a:extLst>
                    <a:ext uri="{FF2B5EF4-FFF2-40B4-BE49-F238E27FC236}">
                      <a16:creationId xmlns:a16="http://schemas.microsoft.com/office/drawing/2014/main" id="{AF614E51-C8A9-9E98-AC71-4AB93AA78A2A}"/>
                    </a:ext>
                  </a:extLst>
                </p:cNvPr>
                <p:cNvSpPr/>
                <p:nvPr/>
              </p:nvSpPr>
              <p:spPr>
                <a:xfrm>
                  <a:off x="2758884" y="3309360"/>
                  <a:ext cx="937532" cy="39678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C3k2</a:t>
                  </a:r>
                </a:p>
              </p:txBody>
            </p:sp>
            <p:sp>
              <p:nvSpPr>
                <p:cNvPr id="16" name="矩形: 圓角 15">
                  <a:extLst>
                    <a:ext uri="{FF2B5EF4-FFF2-40B4-BE49-F238E27FC236}">
                      <a16:creationId xmlns:a16="http://schemas.microsoft.com/office/drawing/2014/main" id="{316998EF-CB3C-7441-1FD1-BD5DB99AA5AC}"/>
                    </a:ext>
                  </a:extLst>
                </p:cNvPr>
                <p:cNvSpPr/>
                <p:nvPr/>
              </p:nvSpPr>
              <p:spPr>
                <a:xfrm>
                  <a:off x="2764735" y="2029370"/>
                  <a:ext cx="937532" cy="396785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C3k2</a:t>
                  </a:r>
                </a:p>
              </p:txBody>
            </p:sp>
            <p:sp>
              <p:nvSpPr>
                <p:cNvPr id="17" name="矩形: 圓角 16">
                  <a:extLst>
                    <a:ext uri="{FF2B5EF4-FFF2-40B4-BE49-F238E27FC236}">
                      <a16:creationId xmlns:a16="http://schemas.microsoft.com/office/drawing/2014/main" id="{E1BE3BDB-2D8E-5DCF-E220-FE70EEED212D}"/>
                    </a:ext>
                  </a:extLst>
                </p:cNvPr>
                <p:cNvSpPr/>
                <p:nvPr/>
              </p:nvSpPr>
              <p:spPr>
                <a:xfrm>
                  <a:off x="4979487" y="2023262"/>
                  <a:ext cx="936007" cy="397835"/>
                </a:xfrm>
                <a:prstGeom prst="roundRect">
                  <a:avLst/>
                </a:prstGeom>
                <a:solidFill>
                  <a:srgbClr val="FDD7D7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A2C2f</a:t>
                  </a:r>
                </a:p>
              </p:txBody>
            </p:sp>
            <p:sp>
              <p:nvSpPr>
                <p:cNvPr id="24" name="矩形: 圓角 23">
                  <a:extLst>
                    <a:ext uri="{FF2B5EF4-FFF2-40B4-BE49-F238E27FC236}">
                      <a16:creationId xmlns:a16="http://schemas.microsoft.com/office/drawing/2014/main" id="{7EBAF74D-E589-D64F-20E1-FD1FE3504191}"/>
                    </a:ext>
                  </a:extLst>
                </p:cNvPr>
                <p:cNvSpPr/>
                <p:nvPr/>
              </p:nvSpPr>
              <p:spPr>
                <a:xfrm>
                  <a:off x="4601814" y="3951068"/>
                  <a:ext cx="1689828" cy="397835"/>
                </a:xfrm>
                <a:prstGeom prst="roundRect">
                  <a:avLst/>
                </a:prstGeom>
                <a:solidFill>
                  <a:srgbClr val="FCBCBC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1400" dirty="0">
                      <a:solidFill>
                        <a:srgbClr val="C00000"/>
                      </a:solidFill>
                    </a:rPr>
                    <a:t>★</a:t>
                  </a:r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A2C2f_Manhattan</a:t>
                  </a:r>
                </a:p>
              </p:txBody>
            </p:sp>
            <p:sp>
              <p:nvSpPr>
                <p:cNvPr id="26" name="矩形: 圓角 25">
                  <a:extLst>
                    <a:ext uri="{FF2B5EF4-FFF2-40B4-BE49-F238E27FC236}">
                      <a16:creationId xmlns:a16="http://schemas.microsoft.com/office/drawing/2014/main" id="{08E7FC72-44DE-6666-4EA7-2A54D2C6C8DB}"/>
                    </a:ext>
                  </a:extLst>
                </p:cNvPr>
                <p:cNvSpPr/>
                <p:nvPr/>
              </p:nvSpPr>
              <p:spPr>
                <a:xfrm>
                  <a:off x="2766260" y="5869281"/>
                  <a:ext cx="936007" cy="397835"/>
                </a:xfrm>
                <a:prstGeom prst="roundRect">
                  <a:avLst/>
                </a:prstGeom>
                <a:solidFill>
                  <a:srgbClr val="FDD7D7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A2C2f</a:t>
                  </a:r>
                </a:p>
              </p:txBody>
            </p:sp>
            <p:sp>
              <p:nvSpPr>
                <p:cNvPr id="28" name="矩形: 圓角 27">
                  <a:extLst>
                    <a:ext uri="{FF2B5EF4-FFF2-40B4-BE49-F238E27FC236}">
                      <a16:creationId xmlns:a16="http://schemas.microsoft.com/office/drawing/2014/main" id="{D1EE3E36-49E8-0BC6-E145-DDDFAF3ACA4C}"/>
                    </a:ext>
                  </a:extLst>
                </p:cNvPr>
                <p:cNvSpPr/>
                <p:nvPr/>
              </p:nvSpPr>
              <p:spPr>
                <a:xfrm>
                  <a:off x="2758884" y="4589350"/>
                  <a:ext cx="936007" cy="397835"/>
                </a:xfrm>
                <a:prstGeom prst="roundRect">
                  <a:avLst/>
                </a:prstGeom>
                <a:solidFill>
                  <a:srgbClr val="FDD7D7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A2C2f</a:t>
                  </a:r>
                </a:p>
              </p:txBody>
            </p:sp>
            <p:sp>
              <p:nvSpPr>
                <p:cNvPr id="30" name="矩形: 圓角 29">
                  <a:extLst>
                    <a:ext uri="{FF2B5EF4-FFF2-40B4-BE49-F238E27FC236}">
                      <a16:creationId xmlns:a16="http://schemas.microsoft.com/office/drawing/2014/main" id="{D00C5435-C07E-557C-8051-215CF56466B6}"/>
                    </a:ext>
                  </a:extLst>
                </p:cNvPr>
                <p:cNvSpPr/>
                <p:nvPr/>
              </p:nvSpPr>
              <p:spPr>
                <a:xfrm>
                  <a:off x="7197040" y="3313785"/>
                  <a:ext cx="937532" cy="396785"/>
                </a:xfrm>
                <a:prstGeom prst="roundRect">
                  <a:avLst/>
                </a:prstGeom>
                <a:solidFill>
                  <a:srgbClr val="F48E8C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Concat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矩形: 圓角 31">
                  <a:extLst>
                    <a:ext uri="{FF2B5EF4-FFF2-40B4-BE49-F238E27FC236}">
                      <a16:creationId xmlns:a16="http://schemas.microsoft.com/office/drawing/2014/main" id="{6A92649E-33B3-562A-7F3C-F7EF7C3F4A6E}"/>
                    </a:ext>
                  </a:extLst>
                </p:cNvPr>
                <p:cNvSpPr/>
                <p:nvPr/>
              </p:nvSpPr>
              <p:spPr>
                <a:xfrm>
                  <a:off x="4977962" y="2669364"/>
                  <a:ext cx="937532" cy="396785"/>
                </a:xfrm>
                <a:prstGeom prst="roundRect">
                  <a:avLst/>
                </a:prstGeom>
                <a:solidFill>
                  <a:srgbClr val="F48E8C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Concat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矩形: 圓角 32">
                  <a:extLst>
                    <a:ext uri="{FF2B5EF4-FFF2-40B4-BE49-F238E27FC236}">
                      <a16:creationId xmlns:a16="http://schemas.microsoft.com/office/drawing/2014/main" id="{33687D9E-A58B-9CC8-959D-16E5AF744164}"/>
                    </a:ext>
                  </a:extLst>
                </p:cNvPr>
                <p:cNvSpPr/>
                <p:nvPr/>
              </p:nvSpPr>
              <p:spPr>
                <a:xfrm>
                  <a:off x="4979624" y="4589350"/>
                  <a:ext cx="937532" cy="396785"/>
                </a:xfrm>
                <a:prstGeom prst="roundRect">
                  <a:avLst/>
                </a:prstGeom>
                <a:solidFill>
                  <a:srgbClr val="F48E8C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Concat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矩形: 圓角 33">
                  <a:extLst>
                    <a:ext uri="{FF2B5EF4-FFF2-40B4-BE49-F238E27FC236}">
                      <a16:creationId xmlns:a16="http://schemas.microsoft.com/office/drawing/2014/main" id="{55349BE8-2B65-4AA9-865F-248E119F3E37}"/>
                    </a:ext>
                  </a:extLst>
                </p:cNvPr>
                <p:cNvSpPr/>
                <p:nvPr/>
              </p:nvSpPr>
              <p:spPr>
                <a:xfrm>
                  <a:off x="4979624" y="5229584"/>
                  <a:ext cx="937532" cy="396785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Upsample</a:t>
                  </a:r>
                  <a:endParaRPr lang="zh-TW" altLang="en-US" sz="13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矩形: 圓角 35">
                  <a:extLst>
                    <a:ext uri="{FF2B5EF4-FFF2-40B4-BE49-F238E27FC236}">
                      <a16:creationId xmlns:a16="http://schemas.microsoft.com/office/drawing/2014/main" id="{28993FDC-9F5E-8939-17A2-86FCCB1D5E19}"/>
                    </a:ext>
                  </a:extLst>
                </p:cNvPr>
                <p:cNvSpPr/>
                <p:nvPr/>
              </p:nvSpPr>
              <p:spPr>
                <a:xfrm>
                  <a:off x="9416117" y="2033105"/>
                  <a:ext cx="936007" cy="396785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Detect</a:t>
                  </a:r>
                </a:p>
              </p:txBody>
            </p:sp>
            <p:sp>
              <p:nvSpPr>
                <p:cNvPr id="37" name="矩形: 圓角 36">
                  <a:extLst>
                    <a:ext uri="{FF2B5EF4-FFF2-40B4-BE49-F238E27FC236}">
                      <a16:creationId xmlns:a16="http://schemas.microsoft.com/office/drawing/2014/main" id="{A99DDB2C-D3DD-E7FA-61CD-651957ED6965}"/>
                    </a:ext>
                  </a:extLst>
                </p:cNvPr>
                <p:cNvSpPr/>
                <p:nvPr/>
              </p:nvSpPr>
              <p:spPr>
                <a:xfrm>
                  <a:off x="9416116" y="3949355"/>
                  <a:ext cx="936007" cy="396785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Detect</a:t>
                  </a:r>
                </a:p>
              </p:txBody>
            </p:sp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876FD913-94C8-09AB-421E-958E2DCBD498}"/>
                    </a:ext>
                  </a:extLst>
                </p:cNvPr>
                <p:cNvSpPr txBox="1"/>
                <p:nvPr/>
              </p:nvSpPr>
              <p:spPr>
                <a:xfrm>
                  <a:off x="298610" y="2393488"/>
                  <a:ext cx="2206978" cy="30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35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CT Image </a:t>
                  </a:r>
                  <a:r>
                    <a:rPr lang="en-US" altLang="zh-TW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(640×640×3)</a:t>
                  </a:r>
                  <a:endParaRPr lang="zh-TW" altLang="en-US" sz="135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4846DF0A-7FDF-D11F-2B75-BFF174150CA1}"/>
                    </a:ext>
                  </a:extLst>
                </p:cNvPr>
                <p:cNvSpPr txBox="1"/>
                <p:nvPr/>
              </p:nvSpPr>
              <p:spPr>
                <a:xfrm>
                  <a:off x="2766260" y="6310313"/>
                  <a:ext cx="936007" cy="30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350" i="1" dirty="0">
                      <a:solidFill>
                        <a:schemeClr val="tx2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Backbone</a:t>
                  </a:r>
                  <a:endParaRPr lang="zh-TW" altLang="en-US" sz="1350" i="1" dirty="0">
                    <a:solidFill>
                      <a:schemeClr val="tx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E33ED9ED-D57C-6C47-6AF2-F06096B2FB15}"/>
                    </a:ext>
                  </a:extLst>
                </p:cNvPr>
                <p:cNvSpPr txBox="1"/>
                <p:nvPr/>
              </p:nvSpPr>
              <p:spPr>
                <a:xfrm>
                  <a:off x="6082396" y="6310313"/>
                  <a:ext cx="936007" cy="30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350" i="1" dirty="0">
                      <a:solidFill>
                        <a:schemeClr val="tx2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Neck</a:t>
                  </a:r>
                  <a:endParaRPr lang="zh-TW" altLang="en-US" sz="1350" i="1" dirty="0">
                    <a:solidFill>
                      <a:schemeClr val="tx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4BAD1EED-573F-CF91-4681-C8372BB5E5C6}"/>
                    </a:ext>
                  </a:extLst>
                </p:cNvPr>
                <p:cNvSpPr txBox="1"/>
                <p:nvPr/>
              </p:nvSpPr>
              <p:spPr>
                <a:xfrm>
                  <a:off x="9416114" y="6310313"/>
                  <a:ext cx="936007" cy="30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350" i="1" dirty="0">
                      <a:solidFill>
                        <a:schemeClr val="tx2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Head</a:t>
                  </a:r>
                  <a:endParaRPr lang="zh-TW" altLang="en-US" sz="1350" i="1" dirty="0">
                    <a:solidFill>
                      <a:schemeClr val="tx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7" name="直線單箭頭接點 56">
                  <a:extLst>
                    <a:ext uri="{FF2B5EF4-FFF2-40B4-BE49-F238E27FC236}">
                      <a16:creationId xmlns:a16="http://schemas.microsoft.com/office/drawing/2014/main" id="{19A999A6-B891-10A2-6649-FE2450A19974}"/>
                    </a:ext>
                  </a:extLst>
                </p:cNvPr>
                <p:cNvCxnSpPr>
                  <a:cxnSpLocks/>
                  <a:stCxn id="20" idx="2"/>
                  <a:endCxn id="11" idx="0"/>
                </p:cNvCxnSpPr>
                <p:nvPr/>
              </p:nvCxnSpPr>
              <p:spPr>
                <a:xfrm>
                  <a:off x="3227650" y="1145535"/>
                  <a:ext cx="2925" cy="24321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線單箭頭接點 59">
                  <a:extLst>
                    <a:ext uri="{FF2B5EF4-FFF2-40B4-BE49-F238E27FC236}">
                      <a16:creationId xmlns:a16="http://schemas.microsoft.com/office/drawing/2014/main" id="{0D63C9E4-2C8B-C630-C321-24EF53EE7953}"/>
                    </a:ext>
                  </a:extLst>
                </p:cNvPr>
                <p:cNvCxnSpPr>
                  <a:cxnSpLocks/>
                  <a:stCxn id="11" idx="2"/>
                  <a:endCxn id="16" idx="0"/>
                </p:cNvCxnSpPr>
                <p:nvPr/>
              </p:nvCxnSpPr>
              <p:spPr>
                <a:xfrm>
                  <a:off x="3230575" y="1785530"/>
                  <a:ext cx="2926" cy="24384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7" name="直線單箭頭接點 1026">
                  <a:extLst>
                    <a:ext uri="{FF2B5EF4-FFF2-40B4-BE49-F238E27FC236}">
                      <a16:creationId xmlns:a16="http://schemas.microsoft.com/office/drawing/2014/main" id="{7DDE160E-1986-6A03-ED2D-7F11EF5200C8}"/>
                    </a:ext>
                  </a:extLst>
                </p:cNvPr>
                <p:cNvCxnSpPr>
                  <a:cxnSpLocks/>
                  <a:stCxn id="16" idx="2"/>
                  <a:endCxn id="12" idx="0"/>
                </p:cNvCxnSpPr>
                <p:nvPr/>
              </p:nvCxnSpPr>
              <p:spPr>
                <a:xfrm flipH="1">
                  <a:off x="3230575" y="2426155"/>
                  <a:ext cx="2926" cy="24321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2" name="直線單箭頭接點 1031">
                  <a:extLst>
                    <a:ext uri="{FF2B5EF4-FFF2-40B4-BE49-F238E27FC236}">
                      <a16:creationId xmlns:a16="http://schemas.microsoft.com/office/drawing/2014/main" id="{4A1A35E2-118F-111E-2AD3-1A861F71EBC5}"/>
                    </a:ext>
                  </a:extLst>
                </p:cNvPr>
                <p:cNvCxnSpPr>
                  <a:cxnSpLocks/>
                  <a:stCxn id="12" idx="2"/>
                  <a:endCxn id="14" idx="0"/>
                </p:cNvCxnSpPr>
                <p:nvPr/>
              </p:nvCxnSpPr>
              <p:spPr>
                <a:xfrm flipH="1">
                  <a:off x="3227650" y="3066150"/>
                  <a:ext cx="2925" cy="24321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4" name="直線單箭頭接點 1033">
                  <a:extLst>
                    <a:ext uri="{FF2B5EF4-FFF2-40B4-BE49-F238E27FC236}">
                      <a16:creationId xmlns:a16="http://schemas.microsoft.com/office/drawing/2014/main" id="{F4C6385B-14F2-931F-8B22-6F852FAE2B63}"/>
                    </a:ext>
                  </a:extLst>
                </p:cNvPr>
                <p:cNvCxnSpPr>
                  <a:cxnSpLocks/>
                  <a:stCxn id="14" idx="2"/>
                  <a:endCxn id="9" idx="0"/>
                </p:cNvCxnSpPr>
                <p:nvPr/>
              </p:nvCxnSpPr>
              <p:spPr>
                <a:xfrm>
                  <a:off x="3227650" y="3706145"/>
                  <a:ext cx="0" cy="24321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6" name="直線單箭頭接點 1035">
                  <a:extLst>
                    <a:ext uri="{FF2B5EF4-FFF2-40B4-BE49-F238E27FC236}">
                      <a16:creationId xmlns:a16="http://schemas.microsoft.com/office/drawing/2014/main" id="{CA1BEFE5-1FC4-61F7-9B85-1D26C580723C}"/>
                    </a:ext>
                  </a:extLst>
                </p:cNvPr>
                <p:cNvCxnSpPr>
                  <a:cxnSpLocks/>
                  <a:stCxn id="9" idx="2"/>
                  <a:endCxn id="28" idx="0"/>
                </p:cNvCxnSpPr>
                <p:nvPr/>
              </p:nvCxnSpPr>
              <p:spPr>
                <a:xfrm flipH="1">
                  <a:off x="3226888" y="4346140"/>
                  <a:ext cx="762" cy="24321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8" name="直線單箭頭接點 1037">
                  <a:extLst>
                    <a:ext uri="{FF2B5EF4-FFF2-40B4-BE49-F238E27FC236}">
                      <a16:creationId xmlns:a16="http://schemas.microsoft.com/office/drawing/2014/main" id="{51B3C206-4B00-B9F8-D4EC-40274100ADA2}"/>
                    </a:ext>
                  </a:extLst>
                </p:cNvPr>
                <p:cNvCxnSpPr>
                  <a:cxnSpLocks/>
                  <a:stCxn id="28" idx="2"/>
                  <a:endCxn id="6" idx="0"/>
                </p:cNvCxnSpPr>
                <p:nvPr/>
              </p:nvCxnSpPr>
              <p:spPr>
                <a:xfrm>
                  <a:off x="3226888" y="4987185"/>
                  <a:ext cx="6613" cy="24321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0" name="直線單箭頭接點 1039">
                  <a:extLst>
                    <a:ext uri="{FF2B5EF4-FFF2-40B4-BE49-F238E27FC236}">
                      <a16:creationId xmlns:a16="http://schemas.microsoft.com/office/drawing/2014/main" id="{24F4D03C-7621-E904-FECA-6A071971D1E8}"/>
                    </a:ext>
                  </a:extLst>
                </p:cNvPr>
                <p:cNvCxnSpPr>
                  <a:cxnSpLocks/>
                  <a:stCxn id="6" idx="2"/>
                  <a:endCxn id="26" idx="0"/>
                </p:cNvCxnSpPr>
                <p:nvPr/>
              </p:nvCxnSpPr>
              <p:spPr>
                <a:xfrm>
                  <a:off x="3233501" y="5627180"/>
                  <a:ext cx="763" cy="24210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2" name="直線單箭頭接點 1041">
                  <a:extLst>
                    <a:ext uri="{FF2B5EF4-FFF2-40B4-BE49-F238E27FC236}">
                      <a16:creationId xmlns:a16="http://schemas.microsoft.com/office/drawing/2014/main" id="{6B3639CE-E035-52FD-84DB-13F60CE3E686}"/>
                    </a:ext>
                  </a:extLst>
                </p:cNvPr>
                <p:cNvCxnSpPr>
                  <a:cxnSpLocks/>
                  <a:stCxn id="34" idx="0"/>
                </p:cNvCxnSpPr>
                <p:nvPr/>
              </p:nvCxnSpPr>
              <p:spPr>
                <a:xfrm flipH="1" flipV="1">
                  <a:off x="5447211" y="4986135"/>
                  <a:ext cx="1179" cy="24344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4" name="直線單箭頭接點 1043">
                  <a:extLst>
                    <a:ext uri="{FF2B5EF4-FFF2-40B4-BE49-F238E27FC236}">
                      <a16:creationId xmlns:a16="http://schemas.microsoft.com/office/drawing/2014/main" id="{C69E7039-2BDE-4B32-6CB8-69C9E2796EAA}"/>
                    </a:ext>
                  </a:extLst>
                </p:cNvPr>
                <p:cNvCxnSpPr>
                  <a:cxnSpLocks/>
                  <a:endCxn id="34" idx="2"/>
                </p:cNvCxnSpPr>
                <p:nvPr/>
              </p:nvCxnSpPr>
              <p:spPr>
                <a:xfrm flipV="1">
                  <a:off x="5448390" y="5626369"/>
                  <a:ext cx="0" cy="44786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3" name="直線單箭頭接點 1052">
                  <a:extLst>
                    <a:ext uri="{FF2B5EF4-FFF2-40B4-BE49-F238E27FC236}">
                      <a16:creationId xmlns:a16="http://schemas.microsoft.com/office/drawing/2014/main" id="{0BFC2839-09E7-895C-756C-BFB1F80C07E2}"/>
                    </a:ext>
                  </a:extLst>
                </p:cNvPr>
                <p:cNvCxnSpPr>
                  <a:cxnSpLocks/>
                  <a:stCxn id="5" idx="0"/>
                  <a:endCxn id="32" idx="2"/>
                </p:cNvCxnSpPr>
                <p:nvPr/>
              </p:nvCxnSpPr>
              <p:spPr>
                <a:xfrm flipV="1">
                  <a:off x="5446728" y="3066149"/>
                  <a:ext cx="0" cy="24297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6" name="直線單箭頭接點 1055">
                  <a:extLst>
                    <a:ext uri="{FF2B5EF4-FFF2-40B4-BE49-F238E27FC236}">
                      <a16:creationId xmlns:a16="http://schemas.microsoft.com/office/drawing/2014/main" id="{333B3430-81A0-6F86-A539-64CE3E6BA778}"/>
                    </a:ext>
                  </a:extLst>
                </p:cNvPr>
                <p:cNvCxnSpPr>
                  <a:cxnSpLocks/>
                  <a:stCxn id="32" idx="0"/>
                  <a:endCxn id="17" idx="2"/>
                </p:cNvCxnSpPr>
                <p:nvPr/>
              </p:nvCxnSpPr>
              <p:spPr>
                <a:xfrm flipV="1">
                  <a:off x="5446728" y="2421097"/>
                  <a:ext cx="763" cy="24826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8" name="直線單箭頭接點 1057">
                  <a:extLst>
                    <a:ext uri="{FF2B5EF4-FFF2-40B4-BE49-F238E27FC236}">
                      <a16:creationId xmlns:a16="http://schemas.microsoft.com/office/drawing/2014/main" id="{5C6AEA21-170D-3701-ACD8-7DB0F3280E36}"/>
                    </a:ext>
                  </a:extLst>
                </p:cNvPr>
                <p:cNvCxnSpPr>
                  <a:cxnSpLocks/>
                  <a:stCxn id="17" idx="3"/>
                  <a:endCxn id="36" idx="1"/>
                </p:cNvCxnSpPr>
                <p:nvPr/>
              </p:nvCxnSpPr>
              <p:spPr>
                <a:xfrm>
                  <a:off x="5915494" y="2222180"/>
                  <a:ext cx="3500623" cy="931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0" name="直線單箭頭接點 1059">
                  <a:extLst>
                    <a:ext uri="{FF2B5EF4-FFF2-40B4-BE49-F238E27FC236}">
                      <a16:creationId xmlns:a16="http://schemas.microsoft.com/office/drawing/2014/main" id="{8F59AC0A-D5AA-09D1-6E5C-0C247319797D}"/>
                    </a:ext>
                  </a:extLst>
                </p:cNvPr>
                <p:cNvCxnSpPr>
                  <a:cxnSpLocks/>
                  <a:endCxn id="4" idx="0"/>
                </p:cNvCxnSpPr>
                <p:nvPr/>
              </p:nvCxnSpPr>
              <p:spPr>
                <a:xfrm>
                  <a:off x="7665043" y="2230004"/>
                  <a:ext cx="763" cy="4376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3" name="直線單箭頭接點 1062">
                  <a:extLst>
                    <a:ext uri="{FF2B5EF4-FFF2-40B4-BE49-F238E27FC236}">
                      <a16:creationId xmlns:a16="http://schemas.microsoft.com/office/drawing/2014/main" id="{6CDA93A4-EB4A-2643-0B5B-2FA9A201F6FC}"/>
                    </a:ext>
                  </a:extLst>
                </p:cNvPr>
                <p:cNvCxnSpPr>
                  <a:cxnSpLocks/>
                  <a:stCxn id="4" idx="2"/>
                </p:cNvCxnSpPr>
                <p:nvPr/>
              </p:nvCxnSpPr>
              <p:spPr>
                <a:xfrm flipH="1">
                  <a:off x="7665043" y="3064416"/>
                  <a:ext cx="763" cy="24470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5" name="直線單箭頭接點 1064">
                  <a:extLst>
                    <a:ext uri="{FF2B5EF4-FFF2-40B4-BE49-F238E27FC236}">
                      <a16:creationId xmlns:a16="http://schemas.microsoft.com/office/drawing/2014/main" id="{36778F98-29CB-1658-87A1-FFA9FE73B4C4}"/>
                    </a:ext>
                  </a:extLst>
                </p:cNvPr>
                <p:cNvCxnSpPr>
                  <a:cxnSpLocks/>
                  <a:stCxn id="30" idx="2"/>
                  <a:endCxn id="21" idx="0"/>
                </p:cNvCxnSpPr>
                <p:nvPr/>
              </p:nvCxnSpPr>
              <p:spPr>
                <a:xfrm>
                  <a:off x="7665806" y="3710570"/>
                  <a:ext cx="763" cy="2387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7" name="直線單箭頭接點 1066">
                  <a:extLst>
                    <a:ext uri="{FF2B5EF4-FFF2-40B4-BE49-F238E27FC236}">
                      <a16:creationId xmlns:a16="http://schemas.microsoft.com/office/drawing/2014/main" id="{F0FA69C8-5D5B-E7F8-91E3-1D2BABCA83FF}"/>
                    </a:ext>
                  </a:extLst>
                </p:cNvPr>
                <p:cNvCxnSpPr>
                  <a:cxnSpLocks/>
                  <a:stCxn id="21" idx="2"/>
                  <a:endCxn id="3" idx="0"/>
                </p:cNvCxnSpPr>
                <p:nvPr/>
              </p:nvCxnSpPr>
              <p:spPr>
                <a:xfrm flipH="1">
                  <a:off x="7666568" y="4347190"/>
                  <a:ext cx="1" cy="24216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9" name="直線單箭頭接點 1068">
                  <a:extLst>
                    <a:ext uri="{FF2B5EF4-FFF2-40B4-BE49-F238E27FC236}">
                      <a16:creationId xmlns:a16="http://schemas.microsoft.com/office/drawing/2014/main" id="{363AA62E-C3B7-F234-5DFB-8D1A273E8734}"/>
                    </a:ext>
                  </a:extLst>
                </p:cNvPr>
                <p:cNvCxnSpPr>
                  <a:cxnSpLocks/>
                  <a:stCxn id="3" idx="2"/>
                  <a:endCxn id="18" idx="0"/>
                </p:cNvCxnSpPr>
                <p:nvPr/>
              </p:nvCxnSpPr>
              <p:spPr>
                <a:xfrm>
                  <a:off x="7666568" y="4986135"/>
                  <a:ext cx="763" cy="24936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5" name="直線單箭頭接點 1074">
                  <a:extLst>
                    <a:ext uri="{FF2B5EF4-FFF2-40B4-BE49-F238E27FC236}">
                      <a16:creationId xmlns:a16="http://schemas.microsoft.com/office/drawing/2014/main" id="{CA1F29D1-289D-A744-E1E1-ED38C90E9E98}"/>
                    </a:ext>
                  </a:extLst>
                </p:cNvPr>
                <p:cNvCxnSpPr>
                  <a:cxnSpLocks/>
                  <a:stCxn id="18" idx="2"/>
                  <a:endCxn id="7" idx="0"/>
                </p:cNvCxnSpPr>
                <p:nvPr/>
              </p:nvCxnSpPr>
              <p:spPr>
                <a:xfrm flipH="1">
                  <a:off x="7660771" y="5632289"/>
                  <a:ext cx="6560" cy="23611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7" name="直線單箭頭接點 1076">
                  <a:extLst>
                    <a:ext uri="{FF2B5EF4-FFF2-40B4-BE49-F238E27FC236}">
                      <a16:creationId xmlns:a16="http://schemas.microsoft.com/office/drawing/2014/main" id="{91D1ECAB-46BC-09AC-B30F-EFCDDD55FE0C}"/>
                    </a:ext>
                  </a:extLst>
                </p:cNvPr>
                <p:cNvCxnSpPr>
                  <a:cxnSpLocks/>
                  <a:stCxn id="21" idx="3"/>
                  <a:endCxn id="37" idx="1"/>
                </p:cNvCxnSpPr>
                <p:nvPr/>
              </p:nvCxnSpPr>
              <p:spPr>
                <a:xfrm flipV="1">
                  <a:off x="8134572" y="4147748"/>
                  <a:ext cx="1281544" cy="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9" name="直線單箭頭接點 1078">
                  <a:extLst>
                    <a:ext uri="{FF2B5EF4-FFF2-40B4-BE49-F238E27FC236}">
                      <a16:creationId xmlns:a16="http://schemas.microsoft.com/office/drawing/2014/main" id="{CA12763A-4281-DED3-5ACA-3AEDC0A1BE04}"/>
                    </a:ext>
                  </a:extLst>
                </p:cNvPr>
                <p:cNvCxnSpPr>
                  <a:cxnSpLocks/>
                  <a:stCxn id="7" idx="3"/>
                  <a:endCxn id="8" idx="1"/>
                </p:cNvCxnSpPr>
                <p:nvPr/>
              </p:nvCxnSpPr>
              <p:spPr>
                <a:xfrm flipV="1">
                  <a:off x="8129537" y="6063998"/>
                  <a:ext cx="1286578" cy="27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1" name="直線單箭頭接點 1080">
                  <a:extLst>
                    <a:ext uri="{FF2B5EF4-FFF2-40B4-BE49-F238E27FC236}">
                      <a16:creationId xmlns:a16="http://schemas.microsoft.com/office/drawing/2014/main" id="{56A65F36-0D74-9886-F875-9CD1D705E7E9}"/>
                    </a:ext>
                  </a:extLst>
                </p:cNvPr>
                <p:cNvCxnSpPr>
                  <a:cxnSpLocks/>
                  <a:stCxn id="28" idx="3"/>
                  <a:endCxn id="33" idx="1"/>
                </p:cNvCxnSpPr>
                <p:nvPr/>
              </p:nvCxnSpPr>
              <p:spPr>
                <a:xfrm flipV="1">
                  <a:off x="3694891" y="4787743"/>
                  <a:ext cx="1284733" cy="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3" name="接點: 肘形 1082">
                  <a:extLst>
                    <a:ext uri="{FF2B5EF4-FFF2-40B4-BE49-F238E27FC236}">
                      <a16:creationId xmlns:a16="http://schemas.microsoft.com/office/drawing/2014/main" id="{1FC7F599-E674-F29D-F4D5-4A1D92B1C5B7}"/>
                    </a:ext>
                  </a:extLst>
                </p:cNvPr>
                <p:cNvCxnSpPr>
                  <a:cxnSpLocks/>
                  <a:stCxn id="14" idx="3"/>
                  <a:endCxn id="32" idx="1"/>
                </p:cNvCxnSpPr>
                <p:nvPr/>
              </p:nvCxnSpPr>
              <p:spPr>
                <a:xfrm flipV="1">
                  <a:off x="3696416" y="2867757"/>
                  <a:ext cx="1281546" cy="639996"/>
                </a:xfrm>
                <a:prstGeom prst="bentConnector3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5" name="接點: 肘形 1084">
                  <a:extLst>
                    <a:ext uri="{FF2B5EF4-FFF2-40B4-BE49-F238E27FC236}">
                      <a16:creationId xmlns:a16="http://schemas.microsoft.com/office/drawing/2014/main" id="{F7E01A45-4BA7-A70A-8B2F-6551062EE338}"/>
                    </a:ext>
                  </a:extLst>
                </p:cNvPr>
                <p:cNvCxnSpPr>
                  <a:cxnSpLocks/>
                  <a:stCxn id="24" idx="3"/>
                  <a:endCxn id="30" idx="1"/>
                </p:cNvCxnSpPr>
                <p:nvPr/>
              </p:nvCxnSpPr>
              <p:spPr>
                <a:xfrm flipV="1">
                  <a:off x="6291642" y="3512178"/>
                  <a:ext cx="905398" cy="637808"/>
                </a:xfrm>
                <a:prstGeom prst="bentConnector3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7" name="接點: 肘形 1086">
                  <a:extLst>
                    <a:ext uri="{FF2B5EF4-FFF2-40B4-BE49-F238E27FC236}">
                      <a16:creationId xmlns:a16="http://schemas.microsoft.com/office/drawing/2014/main" id="{95A36672-C061-9C37-551E-2AF209A0493D}"/>
                    </a:ext>
                  </a:extLst>
                </p:cNvPr>
                <p:cNvCxnSpPr>
                  <a:cxnSpLocks/>
                  <a:stCxn id="26" idx="3"/>
                  <a:endCxn id="18" idx="1"/>
                </p:cNvCxnSpPr>
                <p:nvPr/>
              </p:nvCxnSpPr>
              <p:spPr>
                <a:xfrm flipV="1">
                  <a:off x="3702267" y="5433897"/>
                  <a:ext cx="3496298" cy="634302"/>
                </a:xfrm>
                <a:prstGeom prst="bentConnector3">
                  <a:avLst>
                    <a:gd name="adj1" fmla="val 86054"/>
                  </a:avLst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07" name="直線單箭頭接點 1106">
                <a:extLst>
                  <a:ext uri="{FF2B5EF4-FFF2-40B4-BE49-F238E27FC236}">
                    <a16:creationId xmlns:a16="http://schemas.microsoft.com/office/drawing/2014/main" id="{B0E012A0-56D8-0E88-7124-1DB87F861C44}"/>
                  </a:ext>
                </a:extLst>
              </p:cNvPr>
              <p:cNvCxnSpPr>
                <a:cxnSpLocks/>
                <a:stCxn id="24" idx="0"/>
                <a:endCxn id="5" idx="2"/>
              </p:cNvCxnSpPr>
              <p:nvPr/>
            </p:nvCxnSpPr>
            <p:spPr>
              <a:xfrm flipV="1">
                <a:off x="5401008" y="3501498"/>
                <a:ext cx="0" cy="2451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9" name="直線單箭頭接點 1108">
                <a:extLst>
                  <a:ext uri="{FF2B5EF4-FFF2-40B4-BE49-F238E27FC236}">
                    <a16:creationId xmlns:a16="http://schemas.microsoft.com/office/drawing/2014/main" id="{3D4D3BF8-ECF8-8871-8A74-105E33FA1DD2}"/>
                  </a:ext>
                </a:extLst>
              </p:cNvPr>
              <p:cNvCxnSpPr>
                <a:cxnSpLocks/>
                <a:stCxn id="33" idx="0"/>
                <a:endCxn id="24" idx="2"/>
              </p:cNvCxnSpPr>
              <p:nvPr/>
            </p:nvCxnSpPr>
            <p:spPr>
              <a:xfrm flipH="1" flipV="1">
                <a:off x="5401008" y="4144495"/>
                <a:ext cx="1662" cy="2404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A1E408E7-863F-0350-6073-A3D28032D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922" y="386476"/>
              <a:ext cx="1738593" cy="1738593"/>
            </a:xfrm>
            <a:prstGeom prst="rect">
              <a:avLst/>
            </a:prstGeom>
          </p:spPr>
        </p:pic>
        <p:sp>
          <p:nvSpPr>
            <p:cNvPr id="23" name="箭號: 向右 22">
              <a:extLst>
                <a:ext uri="{FF2B5EF4-FFF2-40B4-BE49-F238E27FC236}">
                  <a16:creationId xmlns:a16="http://schemas.microsoft.com/office/drawing/2014/main" id="{E3CC01B5-9857-60A4-BCDF-8C77CD59785D}"/>
                </a:ext>
              </a:extLst>
            </p:cNvPr>
            <p:cNvSpPr/>
            <p:nvPr/>
          </p:nvSpPr>
          <p:spPr>
            <a:xfrm>
              <a:off x="2150118" y="643538"/>
              <a:ext cx="440682" cy="166088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270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CA69CB88-70B0-B503-E030-EF2F0F60A321}"/>
              </a:ext>
            </a:extLst>
          </p:cNvPr>
          <p:cNvSpPr txBox="1"/>
          <p:nvPr/>
        </p:nvSpPr>
        <p:spPr>
          <a:xfrm>
            <a:off x="3187881" y="560725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⊕ : Element-wise Addition </a:t>
            </a:r>
          </a:p>
          <a:p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⊗ : Matrix Multiplication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C6F1D089-ECEE-95B1-B828-2A4C1B07EAA4}"/>
              </a:ext>
            </a:extLst>
          </p:cNvPr>
          <p:cNvGrpSpPr/>
          <p:nvPr/>
        </p:nvGrpSpPr>
        <p:grpSpPr>
          <a:xfrm>
            <a:off x="2669995" y="601494"/>
            <a:ext cx="5900738" cy="4687161"/>
            <a:chOff x="2908120" y="696744"/>
            <a:chExt cx="5900738" cy="4687161"/>
          </a:xfrm>
        </p:grpSpPr>
        <p:grpSp>
          <p:nvGrpSpPr>
            <p:cNvPr id="1032" name="群組 1031">
              <a:extLst>
                <a:ext uri="{FF2B5EF4-FFF2-40B4-BE49-F238E27FC236}">
                  <a16:creationId xmlns:a16="http://schemas.microsoft.com/office/drawing/2014/main" id="{EB7AB30E-CF90-B845-A70B-043446553F5C}"/>
                </a:ext>
              </a:extLst>
            </p:cNvPr>
            <p:cNvGrpSpPr/>
            <p:nvPr/>
          </p:nvGrpSpPr>
          <p:grpSpPr>
            <a:xfrm>
              <a:off x="2908120" y="696744"/>
              <a:ext cx="5900738" cy="4687161"/>
              <a:chOff x="3140529" y="972951"/>
              <a:chExt cx="5900738" cy="46871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文字方塊 3">
                    <a:extLst>
                      <a:ext uri="{FF2B5EF4-FFF2-40B4-BE49-F238E27FC236}">
                        <a16:creationId xmlns:a16="http://schemas.microsoft.com/office/drawing/2014/main" id="{35D7DF44-3C55-CE18-4CF2-FE0CE3B15695}"/>
                      </a:ext>
                    </a:extLst>
                  </p:cNvPr>
                  <p:cNvSpPr txBox="1"/>
                  <p:nvPr/>
                </p:nvSpPr>
                <p:spPr>
                  <a:xfrm>
                    <a:off x="5400403" y="972951"/>
                    <a:ext cx="1391194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5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5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" name="文字方塊 3">
                    <a:extLst>
                      <a:ext uri="{FF2B5EF4-FFF2-40B4-BE49-F238E27FC236}">
                        <a16:creationId xmlns:a16="http://schemas.microsoft.com/office/drawing/2014/main" id="{35D7DF44-3C55-CE18-4CF2-FE0CE3B156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00403" y="972951"/>
                    <a:ext cx="1391194" cy="3231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6FC70AFA-A14D-AC3B-23B7-2CC18058A8DD}"/>
                  </a:ext>
                </a:extLst>
              </p:cNvPr>
              <p:cNvSpPr/>
              <p:nvPr/>
            </p:nvSpPr>
            <p:spPr>
              <a:xfrm>
                <a:off x="3552010" y="1753688"/>
                <a:ext cx="1239338" cy="323306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Conv</a:t>
                </a:r>
              </a:p>
            </p:txBody>
          </p:sp>
          <p:sp>
            <p:nvSpPr>
              <p:cNvPr id="6" name="矩形: 圓角 5">
                <a:extLst>
                  <a:ext uri="{FF2B5EF4-FFF2-40B4-BE49-F238E27FC236}">
                    <a16:creationId xmlns:a16="http://schemas.microsoft.com/office/drawing/2014/main" id="{01042FBC-5D92-E422-91A3-17D566E8E0CB}"/>
                  </a:ext>
                </a:extLst>
              </p:cNvPr>
              <p:cNvSpPr/>
              <p:nvPr/>
            </p:nvSpPr>
            <p:spPr>
              <a:xfrm>
                <a:off x="5476332" y="1753688"/>
                <a:ext cx="1239338" cy="323306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Conv</a:t>
                </a:r>
                <a:endParaRPr lang="zh-TW" alt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矩形: 圓角 6">
                <a:extLst>
                  <a:ext uri="{FF2B5EF4-FFF2-40B4-BE49-F238E27FC236}">
                    <a16:creationId xmlns:a16="http://schemas.microsoft.com/office/drawing/2014/main" id="{D4500528-C9AB-B56D-1FEA-368EAC00947D}"/>
                  </a:ext>
                </a:extLst>
              </p:cNvPr>
              <p:cNvSpPr/>
              <p:nvPr/>
            </p:nvSpPr>
            <p:spPr>
              <a:xfrm>
                <a:off x="7400654" y="1753688"/>
                <a:ext cx="1239338" cy="323306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Conv</a:t>
                </a:r>
                <a:endParaRPr lang="zh-TW" alt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矩形: 圓角 7">
                    <a:extLst>
                      <a:ext uri="{FF2B5EF4-FFF2-40B4-BE49-F238E27FC236}">
                        <a16:creationId xmlns:a16="http://schemas.microsoft.com/office/drawing/2014/main" id="{8CBD5552-42A4-6A85-B5FD-52857353F165}"/>
                      </a:ext>
                    </a:extLst>
                  </p:cNvPr>
                  <p:cNvSpPr/>
                  <p:nvPr/>
                </p:nvSpPr>
                <p:spPr>
                  <a:xfrm>
                    <a:off x="4389665" y="2900391"/>
                    <a:ext cx="1489166" cy="323306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5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𝑚𝑎𝑛h𝑎𝑡𝑡𝑎𝑛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5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矩形: 圓角 7">
                    <a:extLst>
                      <a:ext uri="{FF2B5EF4-FFF2-40B4-BE49-F238E27FC236}">
                        <a16:creationId xmlns:a16="http://schemas.microsoft.com/office/drawing/2014/main" id="{8CBD5552-42A4-6A85-B5FD-52857353F16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665" y="2900391"/>
                    <a:ext cx="1489166" cy="323306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矩形: 圓角 8">
                    <a:extLst>
                      <a:ext uri="{FF2B5EF4-FFF2-40B4-BE49-F238E27FC236}">
                        <a16:creationId xmlns:a16="http://schemas.microsoft.com/office/drawing/2014/main" id="{BE63062E-259F-1D95-FB59-CD4C47254E26}"/>
                      </a:ext>
                    </a:extLst>
                  </p:cNvPr>
                  <p:cNvSpPr/>
                  <p:nvPr/>
                </p:nvSpPr>
                <p:spPr>
                  <a:xfrm>
                    <a:off x="7225326" y="2241918"/>
                    <a:ext cx="1589991" cy="426173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5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PE</m:t>
                          </m:r>
                        </m:oMath>
                      </m:oMathPara>
                    </a14:m>
                    <a:endParaRPr lang="en-US" altLang="zh-TW" sz="1500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35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DW</m:t>
                          </m:r>
                          <m:r>
                            <a:rPr lang="en-US" altLang="zh-TW" sz="135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TW" sz="135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Conv</m:t>
                          </m:r>
                          <m:r>
                            <a:rPr lang="zh-TW" altLang="en-US" sz="135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sz="135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altLang="zh-TW" sz="135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×5 </m:t>
                          </m:r>
                        </m:oMath>
                      </m:oMathPara>
                    </a14:m>
                    <a:endParaRPr lang="en-US" altLang="zh-TW" sz="1350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" name="矩形: 圓角 8">
                    <a:extLst>
                      <a:ext uri="{FF2B5EF4-FFF2-40B4-BE49-F238E27FC236}">
                        <a16:creationId xmlns:a16="http://schemas.microsoft.com/office/drawing/2014/main" id="{BE63062E-259F-1D95-FB59-CD4C47254E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5326" y="2241918"/>
                    <a:ext cx="1589991" cy="426173"/>
                  </a:xfrm>
                  <a:prstGeom prst="roundRect">
                    <a:avLst/>
                  </a:prstGeom>
                  <a:blipFill>
                    <a:blip r:embed="rId4"/>
                    <a:stretch>
                      <a:fillRect b="-714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矩形: 圓角 10">
                    <a:extLst>
                      <a:ext uri="{FF2B5EF4-FFF2-40B4-BE49-F238E27FC236}">
                        <a16:creationId xmlns:a16="http://schemas.microsoft.com/office/drawing/2014/main" id="{51B75614-9B80-0207-B548-87BE71CF04EB}"/>
                      </a:ext>
                    </a:extLst>
                  </p:cNvPr>
                  <p:cNvSpPr/>
                  <p:nvPr/>
                </p:nvSpPr>
                <p:spPr>
                  <a:xfrm>
                    <a:off x="4389666" y="3925826"/>
                    <a:ext cx="1489165" cy="425354"/>
                  </a:xfrm>
                  <a:prstGeom prst="roundRect">
                    <a:avLst/>
                  </a:prstGeom>
                  <a:solidFill>
                    <a:srgbClr val="EB373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5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Upsample</m:t>
                          </m:r>
                        </m:oMath>
                      </m:oMathPara>
                    </a14:m>
                    <a:endParaRPr lang="en-US" altLang="zh-TW" sz="1500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𝑁𝑠</m:t>
                          </m:r>
                          <m:r>
                            <a:rPr lang="en-US" altLang="zh-TW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× </m:t>
                          </m:r>
                          <m:r>
                            <a:rPr lang="en-US" altLang="zh-TW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𝑁𝑠</m:t>
                          </m:r>
                          <m:r>
                            <a:rPr lang="en-US" altLang="zh-TW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→ </m:t>
                          </m:r>
                          <m:r>
                            <a:rPr lang="en-US" altLang="zh-TW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altLang="zh-TW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× </m:t>
                          </m:r>
                          <m:r>
                            <a:rPr lang="en-US" altLang="zh-TW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altLang="zh-TW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TW" sz="1000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矩形: 圓角 10">
                    <a:extLst>
                      <a:ext uri="{FF2B5EF4-FFF2-40B4-BE49-F238E27FC236}">
                        <a16:creationId xmlns:a16="http://schemas.microsoft.com/office/drawing/2014/main" id="{51B75614-9B80-0207-B548-87BE71CF04E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666" y="3925826"/>
                    <a:ext cx="1489165" cy="425354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 b="-10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矩形: 圓角 11">
                    <a:extLst>
                      <a:ext uri="{FF2B5EF4-FFF2-40B4-BE49-F238E27FC236}">
                        <a16:creationId xmlns:a16="http://schemas.microsoft.com/office/drawing/2014/main" id="{E4031566-8883-6CC2-CBA9-7E3266FB43C7}"/>
                      </a:ext>
                    </a:extLst>
                  </p:cNvPr>
                  <p:cNvSpPr/>
                  <p:nvPr/>
                </p:nvSpPr>
                <p:spPr>
                  <a:xfrm>
                    <a:off x="3799385" y="3367721"/>
                    <a:ext cx="2668905" cy="432113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Softmax(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altLang="zh-TW" sz="15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15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5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TW" sz="15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𝑚𝑎𝑛h𝑎𝑡𝑡𝑎𝑛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TW" altLang="zh-TW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zh-TW" altLang="en-US" sz="1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TW" sz="1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oMath>
                    </a14:m>
                    <a:r>
                      <a:rPr lang="en-US" altLang="zh-TW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2" name="矩形: 圓角 11">
                    <a:extLst>
                      <a:ext uri="{FF2B5EF4-FFF2-40B4-BE49-F238E27FC236}">
                        <a16:creationId xmlns:a16="http://schemas.microsoft.com/office/drawing/2014/main" id="{E4031566-8883-6CC2-CBA9-7E3266FB43C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99385" y="3367721"/>
                    <a:ext cx="2668905" cy="432113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C4A52299-E6F3-347D-A289-E1D8110568DD}"/>
                      </a:ext>
                    </a:extLst>
                  </p:cNvPr>
                  <p:cNvSpPr txBox="1"/>
                  <p:nvPr/>
                </p:nvSpPr>
                <p:spPr>
                  <a:xfrm>
                    <a:off x="7174911" y="5336947"/>
                    <a:ext cx="1391194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5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out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5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C4A52299-E6F3-347D-A289-E1D8110568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4911" y="5336947"/>
                    <a:ext cx="1391194" cy="3231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直線單箭頭接點 17">
                <a:extLst>
                  <a:ext uri="{FF2B5EF4-FFF2-40B4-BE49-F238E27FC236}">
                    <a16:creationId xmlns:a16="http://schemas.microsoft.com/office/drawing/2014/main" id="{0C6F677B-4C1B-F0F2-19F4-74E64EA406C8}"/>
                  </a:ext>
                </a:extLst>
              </p:cNvPr>
              <p:cNvCxnSpPr>
                <a:stCxn id="4" idx="2"/>
                <a:endCxn id="6" idx="0"/>
              </p:cNvCxnSpPr>
              <p:nvPr/>
            </p:nvCxnSpPr>
            <p:spPr>
              <a:xfrm>
                <a:off x="6096000" y="1296116"/>
                <a:ext cx="1" cy="4575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接點: 肘形 19">
                <a:extLst>
                  <a:ext uri="{FF2B5EF4-FFF2-40B4-BE49-F238E27FC236}">
                    <a16:creationId xmlns:a16="http://schemas.microsoft.com/office/drawing/2014/main" id="{7265DCC1-D6C0-4B5F-276F-D0BC905CF022}"/>
                  </a:ext>
                </a:extLst>
              </p:cNvPr>
              <p:cNvCxnSpPr>
                <a:endCxn id="5" idx="0"/>
              </p:cNvCxnSpPr>
              <p:nvPr/>
            </p:nvCxnSpPr>
            <p:spPr>
              <a:xfrm rot="10800000" flipV="1">
                <a:off x="4171680" y="1435282"/>
                <a:ext cx="1924321" cy="31840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接點: 肘形 22">
                <a:extLst>
                  <a:ext uri="{FF2B5EF4-FFF2-40B4-BE49-F238E27FC236}">
                    <a16:creationId xmlns:a16="http://schemas.microsoft.com/office/drawing/2014/main" id="{BC50D198-89CC-3671-ADB8-32311BBCBF34}"/>
                  </a:ext>
                </a:extLst>
              </p:cNvPr>
              <p:cNvCxnSpPr>
                <a:cxnSpLocks/>
                <a:endCxn id="7" idx="0"/>
              </p:cNvCxnSpPr>
              <p:nvPr/>
            </p:nvCxnSpPr>
            <p:spPr>
              <a:xfrm>
                <a:off x="6101304" y="1435282"/>
                <a:ext cx="1919018" cy="31840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0" name="矩形: 圓角 1069">
                <a:extLst>
                  <a:ext uri="{FF2B5EF4-FFF2-40B4-BE49-F238E27FC236}">
                    <a16:creationId xmlns:a16="http://schemas.microsoft.com/office/drawing/2014/main" id="{8CFFF35F-4E17-47F1-0ABE-5AF6CD26540A}"/>
                  </a:ext>
                </a:extLst>
              </p:cNvPr>
              <p:cNvSpPr/>
              <p:nvPr/>
            </p:nvSpPr>
            <p:spPr>
              <a:xfrm>
                <a:off x="3140529" y="1361805"/>
                <a:ext cx="5834199" cy="3951334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tx1"/>
                  </a:solidFill>
                </a:endParaRPr>
              </a:p>
            </p:txBody>
          </p:sp>
          <p:sp>
            <p:nvSpPr>
              <p:cNvPr id="1074" name="文字方塊 1073">
                <a:extLst>
                  <a:ext uri="{FF2B5EF4-FFF2-40B4-BE49-F238E27FC236}">
                    <a16:creationId xmlns:a16="http://schemas.microsoft.com/office/drawing/2014/main" id="{6730FCD9-2A7D-9CB4-4405-F68AE1D686E0}"/>
                  </a:ext>
                </a:extLst>
              </p:cNvPr>
              <p:cNvSpPr txBox="1"/>
              <p:nvPr/>
            </p:nvSpPr>
            <p:spPr>
              <a:xfrm>
                <a:off x="7174911" y="1405269"/>
                <a:ext cx="186635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Manhattan Block</a:t>
                </a:r>
                <a:endParaRPr lang="zh-TW" altLang="en-US" sz="15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矩形: 圓角 20">
                    <a:extLst>
                      <a:ext uri="{FF2B5EF4-FFF2-40B4-BE49-F238E27FC236}">
                        <a16:creationId xmlns:a16="http://schemas.microsoft.com/office/drawing/2014/main" id="{BC04D6CB-E10C-3540-EB20-5A9299D2586E}"/>
                      </a:ext>
                    </a:extLst>
                  </p:cNvPr>
                  <p:cNvSpPr/>
                  <p:nvPr/>
                </p:nvSpPr>
                <p:spPr>
                  <a:xfrm>
                    <a:off x="3297717" y="2210646"/>
                    <a:ext cx="1747923" cy="463016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5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AdaptiveAvgPool</m:t>
                        </m:r>
                        <m:r>
                          <a:rPr lang="en-US" altLang="zh-TW" sz="15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sz="15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oMath>
                    </a14:m>
                    <a:r>
                      <a:rPr lang="en-US" altLang="zh-TW" sz="15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a:t>(</a:t>
                    </a:r>
                    <a14:m>
                      <m:oMath xmlns:m="http://schemas.openxmlformats.org/officeDocument/2006/math">
                        <m:r>
                          <a:rPr lang="en-US" altLang="zh-TW" sz="15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14×14</m:t>
                        </m:r>
                      </m:oMath>
                    </a14:m>
                    <a:r>
                      <a:rPr lang="en-US" altLang="zh-TW" sz="15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21" name="矩形: 圓角 20">
                    <a:extLst>
                      <a:ext uri="{FF2B5EF4-FFF2-40B4-BE49-F238E27FC236}">
                        <a16:creationId xmlns:a16="http://schemas.microsoft.com/office/drawing/2014/main" id="{BC04D6CB-E10C-3540-EB20-5A9299D2586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7717" y="2210646"/>
                    <a:ext cx="1747923" cy="463016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 l="-1399" r="-1399" b="-2368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直線單箭頭接點 26">
                <a:extLst>
                  <a:ext uri="{FF2B5EF4-FFF2-40B4-BE49-F238E27FC236}">
                    <a16:creationId xmlns:a16="http://schemas.microsoft.com/office/drawing/2014/main" id="{A137E15D-7814-CBEA-2968-667F8B3D93DA}"/>
                  </a:ext>
                </a:extLst>
              </p:cNvPr>
              <p:cNvCxnSpPr>
                <a:cxnSpLocks/>
                <a:stCxn id="5" idx="2"/>
                <a:endCxn id="21" idx="0"/>
              </p:cNvCxnSpPr>
              <p:nvPr/>
            </p:nvCxnSpPr>
            <p:spPr>
              <a:xfrm>
                <a:off x="4171679" y="2076994"/>
                <a:ext cx="0" cy="1336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>
                <a:extLst>
                  <a:ext uri="{FF2B5EF4-FFF2-40B4-BE49-F238E27FC236}">
                    <a16:creationId xmlns:a16="http://schemas.microsoft.com/office/drawing/2014/main" id="{5042667E-BF1B-253A-1B53-4699C14B9489}"/>
                  </a:ext>
                </a:extLst>
              </p:cNvPr>
              <p:cNvCxnSpPr>
                <a:cxnSpLocks/>
                <a:stCxn id="6" idx="2"/>
                <a:endCxn id="28" idx="0"/>
              </p:cNvCxnSpPr>
              <p:nvPr/>
            </p:nvCxnSpPr>
            <p:spPr>
              <a:xfrm>
                <a:off x="6096001" y="2076994"/>
                <a:ext cx="5303" cy="1280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接點: 肘形 32">
                <a:extLst>
                  <a:ext uri="{FF2B5EF4-FFF2-40B4-BE49-F238E27FC236}">
                    <a16:creationId xmlns:a16="http://schemas.microsoft.com/office/drawing/2014/main" id="{B98B83D0-F756-FAAA-0842-21EA899FF4FF}"/>
                  </a:ext>
                </a:extLst>
              </p:cNvPr>
              <p:cNvCxnSpPr>
                <a:cxnSpLocks/>
                <a:stCxn id="21" idx="2"/>
                <a:endCxn id="8" idx="0"/>
              </p:cNvCxnSpPr>
              <p:nvPr/>
            </p:nvCxnSpPr>
            <p:spPr>
              <a:xfrm rot="16200000" flipH="1">
                <a:off x="4539599" y="2305741"/>
                <a:ext cx="226729" cy="962569"/>
              </a:xfrm>
              <a:prstGeom prst="bentConnector3">
                <a:avLst>
                  <a:gd name="adj1" fmla="val 41598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接點: 肘形 34">
                <a:extLst>
                  <a:ext uri="{FF2B5EF4-FFF2-40B4-BE49-F238E27FC236}">
                    <a16:creationId xmlns:a16="http://schemas.microsoft.com/office/drawing/2014/main" id="{C21F91D4-9BB9-E72B-A613-52F4CA43C564}"/>
                  </a:ext>
                </a:extLst>
              </p:cNvPr>
              <p:cNvCxnSpPr>
                <a:cxnSpLocks/>
                <a:stCxn id="28" idx="2"/>
                <a:endCxn id="8" idx="0"/>
              </p:cNvCxnSpPr>
              <p:nvPr/>
            </p:nvCxnSpPr>
            <p:spPr>
              <a:xfrm rot="5400000">
                <a:off x="5501596" y="2300682"/>
                <a:ext cx="232361" cy="967056"/>
              </a:xfrm>
              <a:prstGeom prst="bentConnector3">
                <a:avLst>
                  <a:gd name="adj1" fmla="val 459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矩形: 圓角 57">
                <a:extLst>
                  <a:ext uri="{FF2B5EF4-FFF2-40B4-BE49-F238E27FC236}">
                    <a16:creationId xmlns:a16="http://schemas.microsoft.com/office/drawing/2014/main" id="{642515BC-A755-74A7-E54F-1376058C76A9}"/>
                  </a:ext>
                </a:extLst>
              </p:cNvPr>
              <p:cNvSpPr/>
              <p:nvPr/>
            </p:nvSpPr>
            <p:spPr>
              <a:xfrm>
                <a:off x="7044185" y="4850510"/>
                <a:ext cx="1239338" cy="323306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Proj</a:t>
                </a:r>
                <a:r>
                  <a: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</a:t>
                </a:r>
              </a:p>
            </p:txBody>
          </p:sp>
          <p:cxnSp>
            <p:nvCxnSpPr>
              <p:cNvPr id="1029" name="接點: 肘形 1028">
                <a:extLst>
                  <a:ext uri="{FF2B5EF4-FFF2-40B4-BE49-F238E27FC236}">
                    <a16:creationId xmlns:a16="http://schemas.microsoft.com/office/drawing/2014/main" id="{0783D6EE-9BE1-FBD0-FCAB-E1BC88C6AEED}"/>
                  </a:ext>
                </a:extLst>
              </p:cNvPr>
              <p:cNvCxnSpPr>
                <a:cxnSpLocks/>
                <a:stCxn id="7" idx="1"/>
                <a:endCxn id="24" idx="6"/>
              </p:cNvCxnSpPr>
              <p:nvPr/>
            </p:nvCxnSpPr>
            <p:spPr>
              <a:xfrm rot="10800000" flipV="1">
                <a:off x="6514136" y="1915340"/>
                <a:ext cx="886519" cy="2221713"/>
              </a:xfrm>
              <a:prstGeom prst="bentConnector3">
                <a:avLst>
                  <a:gd name="adj1" fmla="val 32809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4" name="直線單箭頭接點 1033">
                <a:extLst>
                  <a:ext uri="{FF2B5EF4-FFF2-40B4-BE49-F238E27FC236}">
                    <a16:creationId xmlns:a16="http://schemas.microsoft.com/office/drawing/2014/main" id="{FC74E415-A2A4-36FA-6A2B-CE6FEEDE2316}"/>
                  </a:ext>
                </a:extLst>
              </p:cNvPr>
              <p:cNvCxnSpPr>
                <a:cxnSpLocks/>
                <a:stCxn id="8" idx="2"/>
                <a:endCxn id="12" idx="0"/>
              </p:cNvCxnSpPr>
              <p:nvPr/>
            </p:nvCxnSpPr>
            <p:spPr>
              <a:xfrm flipH="1">
                <a:off x="5133838" y="3223697"/>
                <a:ext cx="410" cy="1440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6" name="直線單箭頭接點 1035">
                <a:extLst>
                  <a:ext uri="{FF2B5EF4-FFF2-40B4-BE49-F238E27FC236}">
                    <a16:creationId xmlns:a16="http://schemas.microsoft.com/office/drawing/2014/main" id="{D01012CE-1774-6118-6F4F-473CF5EF42E7}"/>
                  </a:ext>
                </a:extLst>
              </p:cNvPr>
              <p:cNvCxnSpPr>
                <a:cxnSpLocks/>
                <a:stCxn id="12" idx="2"/>
                <a:endCxn id="11" idx="0"/>
              </p:cNvCxnSpPr>
              <p:nvPr/>
            </p:nvCxnSpPr>
            <p:spPr>
              <a:xfrm>
                <a:off x="5133838" y="3799834"/>
                <a:ext cx="411" cy="1259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4" name="直線單箭頭接點 1043">
                <a:extLst>
                  <a:ext uri="{FF2B5EF4-FFF2-40B4-BE49-F238E27FC236}">
                    <a16:creationId xmlns:a16="http://schemas.microsoft.com/office/drawing/2014/main" id="{B63490EB-679A-64BC-A549-907467782A55}"/>
                  </a:ext>
                </a:extLst>
              </p:cNvPr>
              <p:cNvCxnSpPr>
                <a:cxnSpLocks/>
                <a:stCxn id="11" idx="3"/>
                <a:endCxn id="26" idx="1"/>
              </p:cNvCxnSpPr>
              <p:nvPr/>
            </p:nvCxnSpPr>
            <p:spPr>
              <a:xfrm>
                <a:off x="5878831" y="4138503"/>
                <a:ext cx="295058" cy="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6" name="直線單箭頭接點 1045">
                <a:extLst>
                  <a:ext uri="{FF2B5EF4-FFF2-40B4-BE49-F238E27FC236}">
                    <a16:creationId xmlns:a16="http://schemas.microsoft.com/office/drawing/2014/main" id="{943EE31B-EE9C-F538-84F2-C4B213CA8E0F}"/>
                  </a:ext>
                </a:extLst>
              </p:cNvPr>
              <p:cNvCxnSpPr>
                <a:cxnSpLocks/>
                <a:stCxn id="58" idx="2"/>
              </p:cNvCxnSpPr>
              <p:nvPr/>
            </p:nvCxnSpPr>
            <p:spPr>
              <a:xfrm>
                <a:off x="7663854" y="5173816"/>
                <a:ext cx="0" cy="4610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5" name="直線單箭頭接點 1074">
                <a:extLst>
                  <a:ext uri="{FF2B5EF4-FFF2-40B4-BE49-F238E27FC236}">
                    <a16:creationId xmlns:a16="http://schemas.microsoft.com/office/drawing/2014/main" id="{9B865E07-4BD9-74AD-0F31-209775B4C0ED}"/>
                  </a:ext>
                </a:extLst>
              </p:cNvPr>
              <p:cNvCxnSpPr>
                <a:cxnSpLocks/>
                <a:stCxn id="7" idx="2"/>
                <a:endCxn id="9" idx="0"/>
              </p:cNvCxnSpPr>
              <p:nvPr/>
            </p:nvCxnSpPr>
            <p:spPr>
              <a:xfrm flipH="1">
                <a:off x="8020322" y="2076994"/>
                <a:ext cx="1" cy="1649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9" name="流程圖: 接點 1088">
                <a:extLst>
                  <a:ext uri="{FF2B5EF4-FFF2-40B4-BE49-F238E27FC236}">
                    <a16:creationId xmlns:a16="http://schemas.microsoft.com/office/drawing/2014/main" id="{86F12558-6FB0-08B6-5743-BD16B35B9910}"/>
                  </a:ext>
                </a:extLst>
              </p:cNvPr>
              <p:cNvSpPr/>
              <p:nvPr/>
            </p:nvSpPr>
            <p:spPr>
              <a:xfrm>
                <a:off x="7509550" y="4293422"/>
                <a:ext cx="308607" cy="32330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0" name="文字方塊 1089">
                    <a:extLst>
                      <a:ext uri="{FF2B5EF4-FFF2-40B4-BE49-F238E27FC236}">
                        <a16:creationId xmlns:a16="http://schemas.microsoft.com/office/drawing/2014/main" id="{F138E65A-92B1-14F2-0E03-6A96E66FD8E3}"/>
                      </a:ext>
                    </a:extLst>
                  </p:cNvPr>
                  <p:cNvSpPr txBox="1"/>
                  <p:nvPr/>
                </p:nvSpPr>
                <p:spPr>
                  <a:xfrm>
                    <a:off x="7477911" y="4295008"/>
                    <a:ext cx="313100" cy="3231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zh-TW" sz="15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en-US" altLang="zh-TW" sz="15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90" name="文字方塊 1089">
                    <a:extLst>
                      <a:ext uri="{FF2B5EF4-FFF2-40B4-BE49-F238E27FC236}">
                        <a16:creationId xmlns:a16="http://schemas.microsoft.com/office/drawing/2014/main" id="{F138E65A-92B1-14F2-0E03-6A96E66FD8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7911" y="4295008"/>
                    <a:ext cx="313100" cy="32316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5686" b="-188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" name="群組 21">
                <a:extLst>
                  <a:ext uri="{FF2B5EF4-FFF2-40B4-BE49-F238E27FC236}">
                    <a16:creationId xmlns:a16="http://schemas.microsoft.com/office/drawing/2014/main" id="{B6FC36B6-FADC-5276-2EA7-903444A1CCE3}"/>
                  </a:ext>
                </a:extLst>
              </p:cNvPr>
              <p:cNvGrpSpPr/>
              <p:nvPr/>
            </p:nvGrpSpPr>
            <p:grpSpPr>
              <a:xfrm>
                <a:off x="6173889" y="3975401"/>
                <a:ext cx="340246" cy="324751"/>
                <a:chOff x="10037922" y="4253405"/>
                <a:chExt cx="340246" cy="324751"/>
              </a:xfrm>
            </p:grpSpPr>
            <p:sp>
              <p:nvSpPr>
                <p:cNvPr id="24" name="流程圖: 接點 23">
                  <a:extLst>
                    <a:ext uri="{FF2B5EF4-FFF2-40B4-BE49-F238E27FC236}">
                      <a16:creationId xmlns:a16="http://schemas.microsoft.com/office/drawing/2014/main" id="{48640A08-8B99-497C-11C8-7B3FE770F2C7}"/>
                    </a:ext>
                  </a:extLst>
                </p:cNvPr>
                <p:cNvSpPr/>
                <p:nvPr/>
              </p:nvSpPr>
              <p:spPr>
                <a:xfrm>
                  <a:off x="10069561" y="4253405"/>
                  <a:ext cx="308607" cy="323305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0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文字方塊 25">
                      <a:extLst>
                        <a:ext uri="{FF2B5EF4-FFF2-40B4-BE49-F238E27FC236}">
                          <a16:creationId xmlns:a16="http://schemas.microsoft.com/office/drawing/2014/main" id="{AF44027C-5D3C-52C8-FCB6-688F8503B0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37922" y="4254991"/>
                      <a:ext cx="3131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1500" i="1">
                                <a:latin typeface="Cambria Math" panose="02040503050406030204" pitchFamily="18" charset="0"/>
                              </a:rPr>
                              <m:t>⊗</m:t>
                            </m:r>
                          </m:oMath>
                        </m:oMathPara>
                      </a14:m>
                      <a:endParaRPr lang="en-US" altLang="zh-TW" sz="1500" dirty="0"/>
                    </a:p>
                  </p:txBody>
                </p:sp>
              </mc:Choice>
              <mc:Fallback xmlns="">
                <p:sp>
                  <p:nvSpPr>
                    <p:cNvPr id="26" name="文字方塊 25">
                      <a:extLst>
                        <a:ext uri="{FF2B5EF4-FFF2-40B4-BE49-F238E27FC236}">
                          <a16:creationId xmlns:a16="http://schemas.microsoft.com/office/drawing/2014/main" id="{AF44027C-5D3C-52C8-FCB6-688F8503B04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037922" y="4254991"/>
                      <a:ext cx="313100" cy="323165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r="-15385" b="-18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6" name="接點: 肘形 35">
                <a:extLst>
                  <a:ext uri="{FF2B5EF4-FFF2-40B4-BE49-F238E27FC236}">
                    <a16:creationId xmlns:a16="http://schemas.microsoft.com/office/drawing/2014/main" id="{DB493A0D-AC04-1ED4-DE2D-DAE5E45D36F3}"/>
                  </a:ext>
                </a:extLst>
              </p:cNvPr>
              <p:cNvCxnSpPr>
                <a:cxnSpLocks/>
                <a:stCxn id="24" idx="4"/>
                <a:endCxn id="1090" idx="1"/>
              </p:cNvCxnSpPr>
              <p:nvPr/>
            </p:nvCxnSpPr>
            <p:spPr>
              <a:xfrm rot="16200000" flipH="1">
                <a:off x="6839929" y="3818608"/>
                <a:ext cx="157884" cy="1118079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接點: 肘形 39">
                <a:extLst>
                  <a:ext uri="{FF2B5EF4-FFF2-40B4-BE49-F238E27FC236}">
                    <a16:creationId xmlns:a16="http://schemas.microsoft.com/office/drawing/2014/main" id="{8A52F3CF-8EC2-46E3-B779-EAD0FF5A2B25}"/>
                  </a:ext>
                </a:extLst>
              </p:cNvPr>
              <p:cNvCxnSpPr>
                <a:cxnSpLocks/>
                <a:stCxn id="9" idx="2"/>
                <a:endCxn id="1089" idx="6"/>
              </p:cNvCxnSpPr>
              <p:nvPr/>
            </p:nvCxnSpPr>
            <p:spPr>
              <a:xfrm rot="5400000">
                <a:off x="7025748" y="3460501"/>
                <a:ext cx="1786984" cy="202165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線單箭頭接點 55">
                <a:extLst>
                  <a:ext uri="{FF2B5EF4-FFF2-40B4-BE49-F238E27FC236}">
                    <a16:creationId xmlns:a16="http://schemas.microsoft.com/office/drawing/2014/main" id="{BC52F426-6CC3-BAC3-9A2B-BB473B6EE1F1}"/>
                  </a:ext>
                </a:extLst>
              </p:cNvPr>
              <p:cNvCxnSpPr>
                <a:cxnSpLocks/>
                <a:stCxn id="1089" idx="4"/>
                <a:endCxn id="58" idx="0"/>
              </p:cNvCxnSpPr>
              <p:nvPr/>
            </p:nvCxnSpPr>
            <p:spPr>
              <a:xfrm>
                <a:off x="7663854" y="4616727"/>
                <a:ext cx="0" cy="2337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9E71472-C7AC-E09D-BCFE-EBB38488B68F}"/>
                </a:ext>
              </a:extLst>
            </p:cNvPr>
            <p:cNvSpPr txBox="1"/>
            <p:nvPr/>
          </p:nvSpPr>
          <p:spPr>
            <a:xfrm>
              <a:off x="6371376" y="3414156"/>
              <a:ext cx="112367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× V</a:t>
              </a:r>
              <a:endParaRPr lang="zh-TW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: 圓角 27">
                  <a:extLst>
                    <a:ext uri="{FF2B5EF4-FFF2-40B4-BE49-F238E27FC236}">
                      <a16:creationId xmlns:a16="http://schemas.microsoft.com/office/drawing/2014/main" id="{7C1E1794-7E3B-B5FD-2D2E-7D12A563B2D6}"/>
                    </a:ext>
                  </a:extLst>
                </p:cNvPr>
                <p:cNvSpPr/>
                <p:nvPr/>
              </p:nvSpPr>
              <p:spPr>
                <a:xfrm>
                  <a:off x="4994933" y="1928807"/>
                  <a:ext cx="1747923" cy="463016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5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AdaptiveAvgPool</m:t>
                      </m:r>
                      <m:r>
                        <a:rPr lang="en-US" altLang="zh-TW" sz="15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TW" sz="15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a14:m>
                  <a:r>
                    <a:rPr lang="en-US" altLang="zh-TW" sz="1500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zh-TW" sz="15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14×14</m:t>
                      </m:r>
                    </m:oMath>
                  </a14:m>
                  <a:r>
                    <a:rPr lang="en-US" altLang="zh-TW" sz="1500" dirty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8" name="矩形: 圓角 27">
                  <a:extLst>
                    <a:ext uri="{FF2B5EF4-FFF2-40B4-BE49-F238E27FC236}">
                      <a16:creationId xmlns:a16="http://schemas.microsoft.com/office/drawing/2014/main" id="{7C1E1794-7E3B-B5FD-2D2E-7D12A563B2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4933" y="1928807"/>
                  <a:ext cx="1747923" cy="463016"/>
                </a:xfrm>
                <a:prstGeom prst="roundRect">
                  <a:avLst/>
                </a:prstGeom>
                <a:blipFill>
                  <a:blip r:embed="rId12"/>
                  <a:stretch>
                    <a:fillRect l="-1394" r="-1045" b="-2368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4693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61D10974-2E32-48F8-BF81-4F5FEBC95CDC}"/>
              </a:ext>
            </a:extLst>
          </p:cNvPr>
          <p:cNvGrpSpPr/>
          <p:nvPr/>
        </p:nvGrpSpPr>
        <p:grpSpPr>
          <a:xfrm>
            <a:off x="1868423" y="567069"/>
            <a:ext cx="8455154" cy="1112873"/>
            <a:chOff x="2752047" y="1176670"/>
            <a:chExt cx="8455154" cy="11128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4CCC8F8-D53A-472C-ADE0-41B341D5BF65}"/>
                    </a:ext>
                  </a:extLst>
                </p:cNvPr>
                <p:cNvSpPr txBox="1"/>
                <p:nvPr/>
              </p:nvSpPr>
              <p:spPr>
                <a:xfrm>
                  <a:off x="2752047" y="1641456"/>
                  <a:ext cx="1391194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4CCC8F8-D53A-472C-ADE0-41B341D5BF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047" y="1641456"/>
                  <a:ext cx="1391194" cy="3231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C182EE7C-07B9-43B0-B163-8B72E1CBB03A}"/>
                </a:ext>
              </a:extLst>
            </p:cNvPr>
            <p:cNvSpPr/>
            <p:nvPr/>
          </p:nvSpPr>
          <p:spPr>
            <a:xfrm>
              <a:off x="3673485" y="1758117"/>
              <a:ext cx="1391193" cy="39678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65994A48-4449-4197-BAAA-2143D2FCFECE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3296296" y="1956510"/>
              <a:ext cx="377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矩形: 圓角 42">
              <a:extLst>
                <a:ext uri="{FF2B5EF4-FFF2-40B4-BE49-F238E27FC236}">
                  <a16:creationId xmlns:a16="http://schemas.microsoft.com/office/drawing/2014/main" id="{AF84AD2A-15B3-452E-9D16-226CB6D003A8}"/>
                </a:ext>
              </a:extLst>
            </p:cNvPr>
            <p:cNvSpPr/>
            <p:nvPr/>
          </p:nvSpPr>
          <p:spPr>
            <a:xfrm>
              <a:off x="5329216" y="1758116"/>
              <a:ext cx="881767" cy="39678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97C02AF8-B05E-48AA-91E3-AEF3AFCECAE0}"/>
                </a:ext>
              </a:extLst>
            </p:cNvPr>
            <p:cNvSpPr/>
            <p:nvPr/>
          </p:nvSpPr>
          <p:spPr>
            <a:xfrm>
              <a:off x="6575074" y="1356902"/>
              <a:ext cx="1643768" cy="39678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bottleNeck</a:t>
              </a:r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*n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矩形: 圓角 44">
              <a:extLst>
                <a:ext uri="{FF2B5EF4-FFF2-40B4-BE49-F238E27FC236}">
                  <a16:creationId xmlns:a16="http://schemas.microsoft.com/office/drawing/2014/main" id="{52FDED18-94B0-4289-8FC3-F53484046C44}"/>
                </a:ext>
              </a:extLst>
            </p:cNvPr>
            <p:cNvSpPr/>
            <p:nvPr/>
          </p:nvSpPr>
          <p:spPr>
            <a:xfrm>
              <a:off x="3586715" y="1176670"/>
              <a:ext cx="6698513" cy="1112873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013DD0A-D913-4DAC-8438-85F22ADC85E2}"/>
                </a:ext>
              </a:extLst>
            </p:cNvPr>
            <p:cNvGrpSpPr/>
            <p:nvPr/>
          </p:nvGrpSpPr>
          <p:grpSpPr>
            <a:xfrm>
              <a:off x="8240501" y="1795165"/>
              <a:ext cx="313100" cy="323165"/>
              <a:chOff x="9527872" y="3199730"/>
              <a:chExt cx="313100" cy="323165"/>
            </a:xfrm>
          </p:grpSpPr>
          <p:sp>
            <p:nvSpPr>
              <p:cNvPr id="47" name="流程圖: 接點 46">
                <a:extLst>
                  <a:ext uri="{FF2B5EF4-FFF2-40B4-BE49-F238E27FC236}">
                    <a16:creationId xmlns:a16="http://schemas.microsoft.com/office/drawing/2014/main" id="{8203ED44-05D8-4BAF-850C-EF235DC0A688}"/>
                  </a:ext>
                </a:extLst>
              </p:cNvPr>
              <p:cNvSpPr/>
              <p:nvPr/>
            </p:nvSpPr>
            <p:spPr>
              <a:xfrm>
                <a:off x="9527872" y="3222510"/>
                <a:ext cx="268806" cy="284494"/>
              </a:xfrm>
              <a:prstGeom prst="flowChartConnector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文字方塊 52">
                    <a:extLst>
                      <a:ext uri="{FF2B5EF4-FFF2-40B4-BE49-F238E27FC236}">
                        <a16:creationId xmlns:a16="http://schemas.microsoft.com/office/drawing/2014/main" id="{78489202-22AB-4646-BB89-E1FD65287D28}"/>
                      </a:ext>
                    </a:extLst>
                  </p:cNvPr>
                  <p:cNvSpPr txBox="1"/>
                  <p:nvPr/>
                </p:nvSpPr>
                <p:spPr>
                  <a:xfrm>
                    <a:off x="9527872" y="3199730"/>
                    <a:ext cx="313100" cy="3231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oMath>
                      </m:oMathPara>
                    </a14:m>
                    <a:endParaRPr lang="en-US" altLang="zh-TW" sz="1500" dirty="0"/>
                  </a:p>
                </p:txBody>
              </p:sp>
            </mc:Choice>
            <mc:Fallback xmlns="">
              <p:sp>
                <p:nvSpPr>
                  <p:cNvPr id="53" name="文字方塊 52">
                    <a:extLst>
                      <a:ext uri="{FF2B5EF4-FFF2-40B4-BE49-F238E27FC236}">
                        <a16:creationId xmlns:a16="http://schemas.microsoft.com/office/drawing/2014/main" id="{78489202-22AB-4646-BB89-E1FD65287D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7872" y="3199730"/>
                    <a:ext cx="313100" cy="3231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1" name="矩形: 圓角 90">
              <a:extLst>
                <a:ext uri="{FF2B5EF4-FFF2-40B4-BE49-F238E27FC236}">
                  <a16:creationId xmlns:a16="http://schemas.microsoft.com/office/drawing/2014/main" id="{ACDB0516-BFCA-49D3-851B-F0F337ADDA19}"/>
                </a:ext>
              </a:extLst>
            </p:cNvPr>
            <p:cNvSpPr/>
            <p:nvPr/>
          </p:nvSpPr>
          <p:spPr>
            <a:xfrm>
              <a:off x="8799726" y="1753687"/>
              <a:ext cx="1391193" cy="39678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6F6F6438-407F-44CB-A3D9-86D46B9DBAC7}"/>
                    </a:ext>
                  </a:extLst>
                </p:cNvPr>
                <p:cNvSpPr txBox="1"/>
                <p:nvPr/>
              </p:nvSpPr>
              <p:spPr>
                <a:xfrm>
                  <a:off x="9816007" y="1641456"/>
                  <a:ext cx="1391194" cy="30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en-US" altLang="zh-TW" sz="135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6F6F6438-407F-44CB-A3D9-86D46B9DB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6007" y="1641456"/>
                  <a:ext cx="1391194" cy="3000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6679857A-1BBC-43AA-9F6B-8BCB7B9890A0}"/>
                </a:ext>
              </a:extLst>
            </p:cNvPr>
            <p:cNvCxnSpPr>
              <a:stCxn id="41" idx="3"/>
              <a:endCxn id="43" idx="1"/>
            </p:cNvCxnSpPr>
            <p:nvPr/>
          </p:nvCxnSpPr>
          <p:spPr>
            <a:xfrm flipV="1">
              <a:off x="5064678" y="1956509"/>
              <a:ext cx="26453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3D81FEA0-38DA-424D-91E6-F760B2D5316C}"/>
                </a:ext>
              </a:extLst>
            </p:cNvPr>
            <p:cNvCxnSpPr>
              <a:stCxn id="43" idx="3"/>
              <a:endCxn id="53" idx="1"/>
            </p:cNvCxnSpPr>
            <p:nvPr/>
          </p:nvCxnSpPr>
          <p:spPr>
            <a:xfrm>
              <a:off x="6210983" y="1956509"/>
              <a:ext cx="2029518" cy="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6A4904A4-6959-42F4-8B11-CA640D299FC9}"/>
                </a:ext>
              </a:extLst>
            </p:cNvPr>
            <p:cNvCxnSpPr>
              <a:stCxn id="53" idx="3"/>
              <a:endCxn id="91" idx="1"/>
            </p:cNvCxnSpPr>
            <p:nvPr/>
          </p:nvCxnSpPr>
          <p:spPr>
            <a:xfrm flipV="1">
              <a:off x="8553601" y="1952080"/>
              <a:ext cx="246125" cy="4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接點: 肘形 31">
              <a:extLst>
                <a:ext uri="{FF2B5EF4-FFF2-40B4-BE49-F238E27FC236}">
                  <a16:creationId xmlns:a16="http://schemas.microsoft.com/office/drawing/2014/main" id="{CCA7CA77-0E86-4A82-8521-21E6D6925DFA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rot="5400000" flipH="1" flipV="1">
              <a:off x="6293979" y="1670986"/>
              <a:ext cx="396785" cy="1654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接點: 肘形 94">
              <a:extLst>
                <a:ext uri="{FF2B5EF4-FFF2-40B4-BE49-F238E27FC236}">
                  <a16:creationId xmlns:a16="http://schemas.microsoft.com/office/drawing/2014/main" id="{21244DD2-CD9E-421B-A081-E17A26E13864}"/>
                </a:ext>
              </a:extLst>
            </p:cNvPr>
            <p:cNvCxnSpPr>
              <a:stCxn id="44" idx="3"/>
              <a:endCxn id="53" idx="0"/>
            </p:cNvCxnSpPr>
            <p:nvPr/>
          </p:nvCxnSpPr>
          <p:spPr>
            <a:xfrm>
              <a:off x="8218842" y="1555295"/>
              <a:ext cx="178209" cy="23987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線單箭頭接點 100">
              <a:extLst>
                <a:ext uri="{FF2B5EF4-FFF2-40B4-BE49-F238E27FC236}">
                  <a16:creationId xmlns:a16="http://schemas.microsoft.com/office/drawing/2014/main" id="{20FC95C1-2976-4A9C-8478-7DED32E0F772}"/>
                </a:ext>
              </a:extLst>
            </p:cNvPr>
            <p:cNvCxnSpPr>
              <a:stCxn id="91" idx="3"/>
            </p:cNvCxnSpPr>
            <p:nvPr/>
          </p:nvCxnSpPr>
          <p:spPr>
            <a:xfrm flipV="1">
              <a:off x="10190919" y="1952079"/>
              <a:ext cx="49125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83421F68-D7B9-4E95-AA71-893093E325A3}"/>
                </a:ext>
              </a:extLst>
            </p:cNvPr>
            <p:cNvSpPr txBox="1"/>
            <p:nvPr/>
          </p:nvSpPr>
          <p:spPr>
            <a:xfrm>
              <a:off x="8799727" y="1186063"/>
              <a:ext cx="148550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C3k2, c3k=False</a:t>
              </a:r>
              <a:endPara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C4848EF2-F80B-41CC-A5A5-E05C2E29C3AB}"/>
              </a:ext>
            </a:extLst>
          </p:cNvPr>
          <p:cNvGrpSpPr/>
          <p:nvPr/>
        </p:nvGrpSpPr>
        <p:grpSpPr>
          <a:xfrm>
            <a:off x="1868423" y="2100617"/>
            <a:ext cx="8455154" cy="1112873"/>
            <a:chOff x="2752047" y="1176670"/>
            <a:chExt cx="8455154" cy="11128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034CF917-CA06-4B94-AC40-03111AAD2612}"/>
                    </a:ext>
                  </a:extLst>
                </p:cNvPr>
                <p:cNvSpPr txBox="1"/>
                <p:nvPr/>
              </p:nvSpPr>
              <p:spPr>
                <a:xfrm>
                  <a:off x="2752047" y="1641456"/>
                  <a:ext cx="1391194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034CF917-CA06-4B94-AC40-03111AAD2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047" y="1641456"/>
                  <a:ext cx="1391194" cy="3231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矩形: 圓角 116">
              <a:extLst>
                <a:ext uri="{FF2B5EF4-FFF2-40B4-BE49-F238E27FC236}">
                  <a16:creationId xmlns:a16="http://schemas.microsoft.com/office/drawing/2014/main" id="{BEF408FF-7BAD-488D-9880-767AD56DEBF6}"/>
                </a:ext>
              </a:extLst>
            </p:cNvPr>
            <p:cNvSpPr/>
            <p:nvPr/>
          </p:nvSpPr>
          <p:spPr>
            <a:xfrm>
              <a:off x="3673485" y="1758117"/>
              <a:ext cx="1391193" cy="39678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8" name="直線單箭頭接點 117">
              <a:extLst>
                <a:ext uri="{FF2B5EF4-FFF2-40B4-BE49-F238E27FC236}">
                  <a16:creationId xmlns:a16="http://schemas.microsoft.com/office/drawing/2014/main" id="{3DDDB90F-9416-4371-8B00-92653223FB69}"/>
                </a:ext>
              </a:extLst>
            </p:cNvPr>
            <p:cNvCxnSpPr>
              <a:cxnSpLocks/>
              <a:endCxn id="117" idx="1"/>
            </p:cNvCxnSpPr>
            <p:nvPr/>
          </p:nvCxnSpPr>
          <p:spPr>
            <a:xfrm>
              <a:off x="3296296" y="1956510"/>
              <a:ext cx="377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矩形: 圓角 118">
              <a:extLst>
                <a:ext uri="{FF2B5EF4-FFF2-40B4-BE49-F238E27FC236}">
                  <a16:creationId xmlns:a16="http://schemas.microsoft.com/office/drawing/2014/main" id="{CAD264B8-14E6-4BA3-9E0C-AFCF6EAE949B}"/>
                </a:ext>
              </a:extLst>
            </p:cNvPr>
            <p:cNvSpPr/>
            <p:nvPr/>
          </p:nvSpPr>
          <p:spPr>
            <a:xfrm>
              <a:off x="5329216" y="1758116"/>
              <a:ext cx="881767" cy="39678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矩形: 圓角 119">
              <a:extLst>
                <a:ext uri="{FF2B5EF4-FFF2-40B4-BE49-F238E27FC236}">
                  <a16:creationId xmlns:a16="http://schemas.microsoft.com/office/drawing/2014/main" id="{DEFCE70B-2DD9-442A-9A58-DE9022E518B8}"/>
                </a:ext>
              </a:extLst>
            </p:cNvPr>
            <p:cNvSpPr/>
            <p:nvPr/>
          </p:nvSpPr>
          <p:spPr>
            <a:xfrm>
              <a:off x="6575074" y="1356902"/>
              <a:ext cx="1643768" cy="39678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C3k*n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矩形: 圓角 120">
              <a:extLst>
                <a:ext uri="{FF2B5EF4-FFF2-40B4-BE49-F238E27FC236}">
                  <a16:creationId xmlns:a16="http://schemas.microsoft.com/office/drawing/2014/main" id="{E6ABDE3D-46C4-4CFC-9702-2B272DDC312D}"/>
                </a:ext>
              </a:extLst>
            </p:cNvPr>
            <p:cNvSpPr/>
            <p:nvPr/>
          </p:nvSpPr>
          <p:spPr>
            <a:xfrm>
              <a:off x="3586715" y="1176670"/>
              <a:ext cx="6698513" cy="1112873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grpSp>
          <p:nvGrpSpPr>
            <p:cNvPr id="122" name="群組 121">
              <a:extLst>
                <a:ext uri="{FF2B5EF4-FFF2-40B4-BE49-F238E27FC236}">
                  <a16:creationId xmlns:a16="http://schemas.microsoft.com/office/drawing/2014/main" id="{5A7FEEC3-00C0-4854-9727-0B2318678FFE}"/>
                </a:ext>
              </a:extLst>
            </p:cNvPr>
            <p:cNvGrpSpPr/>
            <p:nvPr/>
          </p:nvGrpSpPr>
          <p:grpSpPr>
            <a:xfrm>
              <a:off x="8228658" y="1791497"/>
              <a:ext cx="313100" cy="323165"/>
              <a:chOff x="9516029" y="3196062"/>
              <a:chExt cx="313100" cy="323165"/>
            </a:xfrm>
          </p:grpSpPr>
          <p:sp>
            <p:nvSpPr>
              <p:cNvPr id="132" name="流程圖: 接點 131">
                <a:extLst>
                  <a:ext uri="{FF2B5EF4-FFF2-40B4-BE49-F238E27FC236}">
                    <a16:creationId xmlns:a16="http://schemas.microsoft.com/office/drawing/2014/main" id="{A9B69831-651C-443E-BCF0-2FC8D407367A}"/>
                  </a:ext>
                </a:extLst>
              </p:cNvPr>
              <p:cNvSpPr/>
              <p:nvPr/>
            </p:nvSpPr>
            <p:spPr>
              <a:xfrm>
                <a:off x="9527872" y="3222510"/>
                <a:ext cx="268806" cy="284494"/>
              </a:xfrm>
              <a:prstGeom prst="flowChartConnector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文字方塊 132">
                    <a:extLst>
                      <a:ext uri="{FF2B5EF4-FFF2-40B4-BE49-F238E27FC236}">
                        <a16:creationId xmlns:a16="http://schemas.microsoft.com/office/drawing/2014/main" id="{3F6D5DF5-3C0E-40E7-8B4C-01E6E35B5FCC}"/>
                      </a:ext>
                    </a:extLst>
                  </p:cNvPr>
                  <p:cNvSpPr txBox="1"/>
                  <p:nvPr/>
                </p:nvSpPr>
                <p:spPr>
                  <a:xfrm>
                    <a:off x="9516029" y="3196062"/>
                    <a:ext cx="313100" cy="3231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oMath>
                      </m:oMathPara>
                    </a14:m>
                    <a:endParaRPr lang="en-US" altLang="zh-TW" sz="1500" dirty="0"/>
                  </a:p>
                </p:txBody>
              </p:sp>
            </mc:Choice>
            <mc:Fallback xmlns="">
              <p:sp>
                <p:nvSpPr>
                  <p:cNvPr id="133" name="文字方塊 132">
                    <a:extLst>
                      <a:ext uri="{FF2B5EF4-FFF2-40B4-BE49-F238E27FC236}">
                        <a16:creationId xmlns:a16="http://schemas.microsoft.com/office/drawing/2014/main" id="{3F6D5DF5-3C0E-40E7-8B4C-01E6E35B5F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16029" y="3196062"/>
                    <a:ext cx="313100" cy="3231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3" name="矩形: 圓角 122">
              <a:extLst>
                <a:ext uri="{FF2B5EF4-FFF2-40B4-BE49-F238E27FC236}">
                  <a16:creationId xmlns:a16="http://schemas.microsoft.com/office/drawing/2014/main" id="{42926087-CF4C-4A1B-A33C-1339D7A89F4E}"/>
                </a:ext>
              </a:extLst>
            </p:cNvPr>
            <p:cNvSpPr/>
            <p:nvPr/>
          </p:nvSpPr>
          <p:spPr>
            <a:xfrm>
              <a:off x="8799726" y="1753687"/>
              <a:ext cx="1391193" cy="39678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67A2DFCC-B5CF-445A-9373-DCBF0E239B39}"/>
                    </a:ext>
                  </a:extLst>
                </p:cNvPr>
                <p:cNvSpPr txBox="1"/>
                <p:nvPr/>
              </p:nvSpPr>
              <p:spPr>
                <a:xfrm>
                  <a:off x="9816007" y="1641456"/>
                  <a:ext cx="1391194" cy="30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en-US" altLang="zh-TW" sz="135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67A2DFCC-B5CF-445A-9373-DCBF0E239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6007" y="1641456"/>
                  <a:ext cx="1391194" cy="30008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直線單箭頭接點 124">
              <a:extLst>
                <a:ext uri="{FF2B5EF4-FFF2-40B4-BE49-F238E27FC236}">
                  <a16:creationId xmlns:a16="http://schemas.microsoft.com/office/drawing/2014/main" id="{426407EA-E042-4696-8C28-A539641F5542}"/>
                </a:ext>
              </a:extLst>
            </p:cNvPr>
            <p:cNvCxnSpPr>
              <a:stCxn id="117" idx="3"/>
              <a:endCxn id="119" idx="1"/>
            </p:cNvCxnSpPr>
            <p:nvPr/>
          </p:nvCxnSpPr>
          <p:spPr>
            <a:xfrm flipV="1">
              <a:off x="5064678" y="1956509"/>
              <a:ext cx="26453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直線單箭頭接點 125">
              <a:extLst>
                <a:ext uri="{FF2B5EF4-FFF2-40B4-BE49-F238E27FC236}">
                  <a16:creationId xmlns:a16="http://schemas.microsoft.com/office/drawing/2014/main" id="{2F564A10-6013-4453-A3A2-F5DA9D8E547E}"/>
                </a:ext>
              </a:extLst>
            </p:cNvPr>
            <p:cNvCxnSpPr>
              <a:stCxn id="119" idx="3"/>
              <a:endCxn id="133" idx="1"/>
            </p:cNvCxnSpPr>
            <p:nvPr/>
          </p:nvCxnSpPr>
          <p:spPr>
            <a:xfrm flipV="1">
              <a:off x="6210983" y="1953080"/>
              <a:ext cx="2017675" cy="34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線單箭頭接點 126">
              <a:extLst>
                <a:ext uri="{FF2B5EF4-FFF2-40B4-BE49-F238E27FC236}">
                  <a16:creationId xmlns:a16="http://schemas.microsoft.com/office/drawing/2014/main" id="{BE041256-FD12-45FD-8F5E-562CD4AAA51F}"/>
                </a:ext>
              </a:extLst>
            </p:cNvPr>
            <p:cNvCxnSpPr>
              <a:cxnSpLocks/>
              <a:stCxn id="133" idx="3"/>
              <a:endCxn id="123" idx="1"/>
            </p:cNvCxnSpPr>
            <p:nvPr/>
          </p:nvCxnSpPr>
          <p:spPr>
            <a:xfrm flipV="1">
              <a:off x="8541758" y="1952080"/>
              <a:ext cx="257968" cy="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接點: 肘形 127">
              <a:extLst>
                <a:ext uri="{FF2B5EF4-FFF2-40B4-BE49-F238E27FC236}">
                  <a16:creationId xmlns:a16="http://schemas.microsoft.com/office/drawing/2014/main" id="{96DAC5D7-67BE-4EA8-B29C-6DE2072903C0}"/>
                </a:ext>
              </a:extLst>
            </p:cNvPr>
            <p:cNvCxnSpPr>
              <a:cxnSpLocks/>
              <a:endCxn id="120" idx="1"/>
            </p:cNvCxnSpPr>
            <p:nvPr/>
          </p:nvCxnSpPr>
          <p:spPr>
            <a:xfrm rot="5400000" flipH="1" flipV="1">
              <a:off x="6293979" y="1670986"/>
              <a:ext cx="396785" cy="1654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接點: 肘形 128">
              <a:extLst>
                <a:ext uri="{FF2B5EF4-FFF2-40B4-BE49-F238E27FC236}">
                  <a16:creationId xmlns:a16="http://schemas.microsoft.com/office/drawing/2014/main" id="{F80A4EED-8346-43B9-8E69-83640E7F71B8}"/>
                </a:ext>
              </a:extLst>
            </p:cNvPr>
            <p:cNvCxnSpPr>
              <a:stCxn id="120" idx="3"/>
              <a:endCxn id="133" idx="0"/>
            </p:cNvCxnSpPr>
            <p:nvPr/>
          </p:nvCxnSpPr>
          <p:spPr>
            <a:xfrm>
              <a:off x="8218842" y="1555295"/>
              <a:ext cx="166366" cy="23620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直線單箭頭接點 129">
              <a:extLst>
                <a:ext uri="{FF2B5EF4-FFF2-40B4-BE49-F238E27FC236}">
                  <a16:creationId xmlns:a16="http://schemas.microsoft.com/office/drawing/2014/main" id="{F2697834-5576-4A2F-8F70-B26C4B488413}"/>
                </a:ext>
              </a:extLst>
            </p:cNvPr>
            <p:cNvCxnSpPr>
              <a:stCxn id="123" idx="3"/>
            </p:cNvCxnSpPr>
            <p:nvPr/>
          </p:nvCxnSpPr>
          <p:spPr>
            <a:xfrm flipV="1">
              <a:off x="10190919" y="1952079"/>
              <a:ext cx="49125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7D98B087-74CA-4F4E-BEC6-21EA97D312F5}"/>
                </a:ext>
              </a:extLst>
            </p:cNvPr>
            <p:cNvSpPr txBox="1"/>
            <p:nvPr/>
          </p:nvSpPr>
          <p:spPr>
            <a:xfrm>
              <a:off x="8799727" y="1186063"/>
              <a:ext cx="148550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C3k2, c3k=True</a:t>
              </a:r>
              <a:endPara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9" name="群組 208">
            <a:extLst>
              <a:ext uri="{FF2B5EF4-FFF2-40B4-BE49-F238E27FC236}">
                <a16:creationId xmlns:a16="http://schemas.microsoft.com/office/drawing/2014/main" id="{CF0B82E3-05D8-4682-9642-8F4ABF9DB4B0}"/>
              </a:ext>
            </a:extLst>
          </p:cNvPr>
          <p:cNvGrpSpPr/>
          <p:nvPr/>
        </p:nvGrpSpPr>
        <p:grpSpPr>
          <a:xfrm>
            <a:off x="1868423" y="3584716"/>
            <a:ext cx="8455154" cy="1112873"/>
            <a:chOff x="1597381" y="3191312"/>
            <a:chExt cx="8455154" cy="11128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字方塊 209">
                  <a:extLst>
                    <a:ext uri="{FF2B5EF4-FFF2-40B4-BE49-F238E27FC236}">
                      <a16:creationId xmlns:a16="http://schemas.microsoft.com/office/drawing/2014/main" id="{01AE31D9-2636-4020-AD7B-88D621FFE9B0}"/>
                    </a:ext>
                  </a:extLst>
                </p:cNvPr>
                <p:cNvSpPr txBox="1"/>
                <p:nvPr/>
              </p:nvSpPr>
              <p:spPr>
                <a:xfrm>
                  <a:off x="1597381" y="3656098"/>
                  <a:ext cx="1391194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0" name="文字方塊 209">
                  <a:extLst>
                    <a:ext uri="{FF2B5EF4-FFF2-40B4-BE49-F238E27FC236}">
                      <a16:creationId xmlns:a16="http://schemas.microsoft.com/office/drawing/2014/main" id="{01AE31D9-2636-4020-AD7B-88D621FFE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7381" y="3656098"/>
                  <a:ext cx="1391194" cy="3231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矩形: 圓角 210">
              <a:extLst>
                <a:ext uri="{FF2B5EF4-FFF2-40B4-BE49-F238E27FC236}">
                  <a16:creationId xmlns:a16="http://schemas.microsoft.com/office/drawing/2014/main" id="{7EF3D333-D1A4-4714-9EE8-AFEA3B42653F}"/>
                </a:ext>
              </a:extLst>
            </p:cNvPr>
            <p:cNvSpPr/>
            <p:nvPr/>
          </p:nvSpPr>
          <p:spPr>
            <a:xfrm>
              <a:off x="2518819" y="3772759"/>
              <a:ext cx="1391193" cy="39678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矩形: 圓角 211">
              <a:extLst>
                <a:ext uri="{FF2B5EF4-FFF2-40B4-BE49-F238E27FC236}">
                  <a16:creationId xmlns:a16="http://schemas.microsoft.com/office/drawing/2014/main" id="{48C1CD14-BB60-43F6-BF99-CE6F7CA2FAF4}"/>
                </a:ext>
              </a:extLst>
            </p:cNvPr>
            <p:cNvSpPr/>
            <p:nvPr/>
          </p:nvSpPr>
          <p:spPr>
            <a:xfrm>
              <a:off x="2432049" y="3191312"/>
              <a:ext cx="6698513" cy="1112873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grpSp>
          <p:nvGrpSpPr>
            <p:cNvPr id="213" name="群組 212">
              <a:extLst>
                <a:ext uri="{FF2B5EF4-FFF2-40B4-BE49-F238E27FC236}">
                  <a16:creationId xmlns:a16="http://schemas.microsoft.com/office/drawing/2014/main" id="{A8441D52-40D4-42D0-96A3-FBBC0EDE0AB3}"/>
                </a:ext>
              </a:extLst>
            </p:cNvPr>
            <p:cNvGrpSpPr/>
            <p:nvPr/>
          </p:nvGrpSpPr>
          <p:grpSpPr>
            <a:xfrm>
              <a:off x="7129488" y="3806139"/>
              <a:ext cx="313100" cy="323165"/>
              <a:chOff x="9527872" y="3222510"/>
              <a:chExt cx="313100" cy="323165"/>
            </a:xfrm>
          </p:grpSpPr>
          <p:sp>
            <p:nvSpPr>
              <p:cNvPr id="225" name="流程圖: 接點 224">
                <a:extLst>
                  <a:ext uri="{FF2B5EF4-FFF2-40B4-BE49-F238E27FC236}">
                    <a16:creationId xmlns:a16="http://schemas.microsoft.com/office/drawing/2014/main" id="{CD1A4038-447D-43C5-81A1-F63DBD2F2049}"/>
                  </a:ext>
                </a:extLst>
              </p:cNvPr>
              <p:cNvSpPr/>
              <p:nvPr/>
            </p:nvSpPr>
            <p:spPr>
              <a:xfrm>
                <a:off x="9527872" y="3222510"/>
                <a:ext cx="268806" cy="284494"/>
              </a:xfrm>
              <a:prstGeom prst="flowChartConnector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文字方塊 225">
                    <a:extLst>
                      <a:ext uri="{FF2B5EF4-FFF2-40B4-BE49-F238E27FC236}">
                        <a16:creationId xmlns:a16="http://schemas.microsoft.com/office/drawing/2014/main" id="{4883DFF8-9743-4A98-9BAB-7DA18B0C5B9E}"/>
                      </a:ext>
                    </a:extLst>
                  </p:cNvPr>
                  <p:cNvSpPr txBox="1"/>
                  <p:nvPr/>
                </p:nvSpPr>
                <p:spPr>
                  <a:xfrm>
                    <a:off x="9527872" y="3222510"/>
                    <a:ext cx="313100" cy="3231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oMath>
                      </m:oMathPara>
                    </a14:m>
                    <a:endParaRPr lang="en-US" altLang="zh-TW" sz="1500" dirty="0"/>
                  </a:p>
                </p:txBody>
              </p:sp>
            </mc:Choice>
            <mc:Fallback xmlns="">
              <p:sp>
                <p:nvSpPr>
                  <p:cNvPr id="226" name="文字方塊 225">
                    <a:extLst>
                      <a:ext uri="{FF2B5EF4-FFF2-40B4-BE49-F238E27FC236}">
                        <a16:creationId xmlns:a16="http://schemas.microsoft.com/office/drawing/2014/main" id="{4883DFF8-9743-4A98-9BAB-7DA18B0C5B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7872" y="3222510"/>
                    <a:ext cx="313100" cy="3231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4" name="矩形: 圓角 213">
              <a:extLst>
                <a:ext uri="{FF2B5EF4-FFF2-40B4-BE49-F238E27FC236}">
                  <a16:creationId xmlns:a16="http://schemas.microsoft.com/office/drawing/2014/main" id="{D79A101C-998A-464D-86D8-6953FECE95A5}"/>
                </a:ext>
              </a:extLst>
            </p:cNvPr>
            <p:cNvSpPr/>
            <p:nvPr/>
          </p:nvSpPr>
          <p:spPr>
            <a:xfrm>
              <a:off x="7645060" y="3768329"/>
              <a:ext cx="1391193" cy="39678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D7184425-56C5-4890-96C1-48C4A01A7351}"/>
                    </a:ext>
                  </a:extLst>
                </p:cNvPr>
                <p:cNvSpPr txBox="1"/>
                <p:nvPr/>
              </p:nvSpPr>
              <p:spPr>
                <a:xfrm>
                  <a:off x="8661341" y="3656098"/>
                  <a:ext cx="1391194" cy="30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en-US" altLang="zh-TW" sz="135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D7184425-56C5-4890-96C1-48C4A01A73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1341" y="3656098"/>
                  <a:ext cx="1391194" cy="30008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6" name="直線單箭頭接點 215">
              <a:extLst>
                <a:ext uri="{FF2B5EF4-FFF2-40B4-BE49-F238E27FC236}">
                  <a16:creationId xmlns:a16="http://schemas.microsoft.com/office/drawing/2014/main" id="{843178DA-C8D3-4D73-89EF-B21D6EC796AB}"/>
                </a:ext>
              </a:extLst>
            </p:cNvPr>
            <p:cNvCxnSpPr>
              <a:cxnSpLocks/>
              <a:stCxn id="211" idx="3"/>
              <a:endCxn id="226" idx="1"/>
            </p:cNvCxnSpPr>
            <p:nvPr/>
          </p:nvCxnSpPr>
          <p:spPr>
            <a:xfrm flipV="1">
              <a:off x="3910012" y="3967722"/>
              <a:ext cx="3219476" cy="3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7" name="直線單箭頭接點 216">
              <a:extLst>
                <a:ext uri="{FF2B5EF4-FFF2-40B4-BE49-F238E27FC236}">
                  <a16:creationId xmlns:a16="http://schemas.microsoft.com/office/drawing/2014/main" id="{F83DD3B1-9A21-4C8F-A2FE-C3FEC90DF47D}"/>
                </a:ext>
              </a:extLst>
            </p:cNvPr>
            <p:cNvCxnSpPr>
              <a:stCxn id="226" idx="3"/>
              <a:endCxn id="214" idx="1"/>
            </p:cNvCxnSpPr>
            <p:nvPr/>
          </p:nvCxnSpPr>
          <p:spPr>
            <a:xfrm flipV="1">
              <a:off x="7442588" y="3966722"/>
              <a:ext cx="202472" cy="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8" name="接點: 肘形 217">
              <a:extLst>
                <a:ext uri="{FF2B5EF4-FFF2-40B4-BE49-F238E27FC236}">
                  <a16:creationId xmlns:a16="http://schemas.microsoft.com/office/drawing/2014/main" id="{83776083-F536-4D5D-801D-D8520E377042}"/>
                </a:ext>
              </a:extLst>
            </p:cNvPr>
            <p:cNvCxnSpPr>
              <a:cxnSpLocks/>
              <a:stCxn id="223" idx="3"/>
              <a:endCxn id="226" idx="0"/>
            </p:cNvCxnSpPr>
            <p:nvPr/>
          </p:nvCxnSpPr>
          <p:spPr>
            <a:xfrm>
              <a:off x="6723088" y="3509297"/>
              <a:ext cx="562950" cy="29684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9" name="直線單箭頭接點 218">
              <a:extLst>
                <a:ext uri="{FF2B5EF4-FFF2-40B4-BE49-F238E27FC236}">
                  <a16:creationId xmlns:a16="http://schemas.microsoft.com/office/drawing/2014/main" id="{BA2739CF-552C-4DCA-8B0A-4A4A5512DE9D}"/>
                </a:ext>
              </a:extLst>
            </p:cNvPr>
            <p:cNvCxnSpPr>
              <a:stCxn id="214" idx="3"/>
            </p:cNvCxnSpPr>
            <p:nvPr/>
          </p:nvCxnSpPr>
          <p:spPr>
            <a:xfrm flipV="1">
              <a:off x="9036253" y="3966721"/>
              <a:ext cx="49125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0" name="文字方塊 219">
              <a:extLst>
                <a:ext uri="{FF2B5EF4-FFF2-40B4-BE49-F238E27FC236}">
                  <a16:creationId xmlns:a16="http://schemas.microsoft.com/office/drawing/2014/main" id="{5C87E9D2-2D8A-4031-9558-316BE97CB49D}"/>
                </a:ext>
              </a:extLst>
            </p:cNvPr>
            <p:cNvSpPr txBox="1"/>
            <p:nvPr/>
          </p:nvSpPr>
          <p:spPr>
            <a:xfrm>
              <a:off x="7645061" y="3200705"/>
              <a:ext cx="148550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C3k</a:t>
              </a:r>
              <a:endPara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矩形: 圓角 220">
              <a:extLst>
                <a:ext uri="{FF2B5EF4-FFF2-40B4-BE49-F238E27FC236}">
                  <a16:creationId xmlns:a16="http://schemas.microsoft.com/office/drawing/2014/main" id="{486CA5B3-02D2-444F-85D1-D5787A223199}"/>
                </a:ext>
              </a:extLst>
            </p:cNvPr>
            <p:cNvSpPr/>
            <p:nvPr/>
          </p:nvSpPr>
          <p:spPr>
            <a:xfrm>
              <a:off x="2519281" y="3310904"/>
              <a:ext cx="1391193" cy="39678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Conv(k=1)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2" name="接點: 肘形 221">
              <a:extLst>
                <a:ext uri="{FF2B5EF4-FFF2-40B4-BE49-F238E27FC236}">
                  <a16:creationId xmlns:a16="http://schemas.microsoft.com/office/drawing/2014/main" id="{EDFD240B-3F69-4A20-B4E7-A0C27F3CDBB7}"/>
                </a:ext>
              </a:extLst>
            </p:cNvPr>
            <p:cNvCxnSpPr>
              <a:stCxn id="221" idx="1"/>
              <a:endCxn id="211" idx="1"/>
            </p:cNvCxnSpPr>
            <p:nvPr/>
          </p:nvCxnSpPr>
          <p:spPr>
            <a:xfrm rot="10800000" flipV="1">
              <a:off x="2518819" y="3509296"/>
              <a:ext cx="462" cy="461855"/>
            </a:xfrm>
            <a:prstGeom prst="bentConnector3">
              <a:avLst>
                <a:gd name="adj1" fmla="val 97143074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3" name="矩形: 圓角 222">
              <a:extLst>
                <a:ext uri="{FF2B5EF4-FFF2-40B4-BE49-F238E27FC236}">
                  <a16:creationId xmlns:a16="http://schemas.microsoft.com/office/drawing/2014/main" id="{6CF6B856-B0D6-43DB-A4DD-2ECE41D5E5D6}"/>
                </a:ext>
              </a:extLst>
            </p:cNvPr>
            <p:cNvSpPr/>
            <p:nvPr/>
          </p:nvSpPr>
          <p:spPr>
            <a:xfrm>
              <a:off x="5079320" y="3310904"/>
              <a:ext cx="1643768" cy="39678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bottleNeck</a:t>
              </a:r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*2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4" name="直線單箭頭接點 223">
              <a:extLst>
                <a:ext uri="{FF2B5EF4-FFF2-40B4-BE49-F238E27FC236}">
                  <a16:creationId xmlns:a16="http://schemas.microsoft.com/office/drawing/2014/main" id="{2E712F9B-D889-4455-B65C-2C3F5F5BA807}"/>
                </a:ext>
              </a:extLst>
            </p:cNvPr>
            <p:cNvCxnSpPr>
              <a:stCxn id="221" idx="3"/>
              <a:endCxn id="223" idx="1"/>
            </p:cNvCxnSpPr>
            <p:nvPr/>
          </p:nvCxnSpPr>
          <p:spPr>
            <a:xfrm>
              <a:off x="3910474" y="3509297"/>
              <a:ext cx="11688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6" name="群組 1065">
            <a:extLst>
              <a:ext uri="{FF2B5EF4-FFF2-40B4-BE49-F238E27FC236}">
                <a16:creationId xmlns:a16="http://schemas.microsoft.com/office/drawing/2014/main" id="{92C4F9FA-76CF-46A7-8FF4-E4EF984EC112}"/>
              </a:ext>
            </a:extLst>
          </p:cNvPr>
          <p:cNvGrpSpPr/>
          <p:nvPr/>
        </p:nvGrpSpPr>
        <p:grpSpPr>
          <a:xfrm>
            <a:off x="2385533" y="5162375"/>
            <a:ext cx="7420934" cy="1112873"/>
            <a:chOff x="1706128" y="4896856"/>
            <a:chExt cx="7420934" cy="11128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D26E0B0F-676D-476A-85ED-C9BAF8FC4326}"/>
                    </a:ext>
                  </a:extLst>
                </p:cNvPr>
                <p:cNvSpPr txBox="1"/>
                <p:nvPr/>
              </p:nvSpPr>
              <p:spPr>
                <a:xfrm>
                  <a:off x="1706128" y="5361642"/>
                  <a:ext cx="1391194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US" altLang="zh-TW" sz="15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D26E0B0F-676D-476A-85ED-C9BAF8FC43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6128" y="5361642"/>
                  <a:ext cx="1391194" cy="3231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矩形: 圓角 136">
              <a:extLst>
                <a:ext uri="{FF2B5EF4-FFF2-40B4-BE49-F238E27FC236}">
                  <a16:creationId xmlns:a16="http://schemas.microsoft.com/office/drawing/2014/main" id="{0ADACF35-21CE-486B-A267-2C95EF15252A}"/>
                </a:ext>
              </a:extLst>
            </p:cNvPr>
            <p:cNvSpPr/>
            <p:nvPr/>
          </p:nvSpPr>
          <p:spPr>
            <a:xfrm>
              <a:off x="2627566" y="5478303"/>
              <a:ext cx="1391193" cy="39678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Conv(k=3)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矩形: 圓角 140">
              <a:extLst>
                <a:ext uri="{FF2B5EF4-FFF2-40B4-BE49-F238E27FC236}">
                  <a16:creationId xmlns:a16="http://schemas.microsoft.com/office/drawing/2014/main" id="{F3A5DCD5-CCDE-458D-BD70-AE774F075643}"/>
                </a:ext>
              </a:extLst>
            </p:cNvPr>
            <p:cNvSpPr/>
            <p:nvPr/>
          </p:nvSpPr>
          <p:spPr>
            <a:xfrm>
              <a:off x="2540796" y="4896856"/>
              <a:ext cx="5660451" cy="1112873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grpSp>
          <p:nvGrpSpPr>
            <p:cNvPr id="142" name="群組 141">
              <a:extLst>
                <a:ext uri="{FF2B5EF4-FFF2-40B4-BE49-F238E27FC236}">
                  <a16:creationId xmlns:a16="http://schemas.microsoft.com/office/drawing/2014/main" id="{8803A4B6-89A8-49BB-87E0-1BB4750CA635}"/>
                </a:ext>
              </a:extLst>
            </p:cNvPr>
            <p:cNvGrpSpPr/>
            <p:nvPr/>
          </p:nvGrpSpPr>
          <p:grpSpPr>
            <a:xfrm>
              <a:off x="7238235" y="5511683"/>
              <a:ext cx="313100" cy="323165"/>
              <a:chOff x="9527872" y="3222510"/>
              <a:chExt cx="313100" cy="323165"/>
            </a:xfrm>
          </p:grpSpPr>
          <p:sp>
            <p:nvSpPr>
              <p:cNvPr id="152" name="流程圖: 接點 151">
                <a:extLst>
                  <a:ext uri="{FF2B5EF4-FFF2-40B4-BE49-F238E27FC236}">
                    <a16:creationId xmlns:a16="http://schemas.microsoft.com/office/drawing/2014/main" id="{96FC1DC9-8EE5-48D6-A282-87697FD19876}"/>
                  </a:ext>
                </a:extLst>
              </p:cNvPr>
              <p:cNvSpPr/>
              <p:nvPr/>
            </p:nvSpPr>
            <p:spPr>
              <a:xfrm>
                <a:off x="9527872" y="3222510"/>
                <a:ext cx="268806" cy="284494"/>
              </a:xfrm>
              <a:prstGeom prst="flowChartConnector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文字方塊 152">
                    <a:extLst>
                      <a:ext uri="{FF2B5EF4-FFF2-40B4-BE49-F238E27FC236}">
                        <a16:creationId xmlns:a16="http://schemas.microsoft.com/office/drawing/2014/main" id="{1DC2D1D0-D61F-48EA-8B0B-35DCC92D63F8}"/>
                      </a:ext>
                    </a:extLst>
                  </p:cNvPr>
                  <p:cNvSpPr txBox="1"/>
                  <p:nvPr/>
                </p:nvSpPr>
                <p:spPr>
                  <a:xfrm>
                    <a:off x="9527872" y="3222510"/>
                    <a:ext cx="313100" cy="3231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oMath>
                      </m:oMathPara>
                    </a14:m>
                    <a:endParaRPr lang="en-US" altLang="zh-TW" sz="1500" dirty="0"/>
                  </a:p>
                </p:txBody>
              </p:sp>
            </mc:Choice>
            <mc:Fallback xmlns="">
              <p:sp>
                <p:nvSpPr>
                  <p:cNvPr id="153" name="文字方塊 152">
                    <a:extLst>
                      <a:ext uri="{FF2B5EF4-FFF2-40B4-BE49-F238E27FC236}">
                        <a16:creationId xmlns:a16="http://schemas.microsoft.com/office/drawing/2014/main" id="{1DC2D1D0-D61F-48EA-8B0B-35DCC92D63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7872" y="3222510"/>
                    <a:ext cx="313100" cy="32316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70DB09F5-620E-497B-ACB6-90C6DE676419}"/>
                    </a:ext>
                  </a:extLst>
                </p:cNvPr>
                <p:cNvSpPr txBox="1"/>
                <p:nvPr/>
              </p:nvSpPr>
              <p:spPr>
                <a:xfrm>
                  <a:off x="7735868" y="5369603"/>
                  <a:ext cx="1391194" cy="30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350" i="1" dirty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en-US" altLang="zh-TW" sz="135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70DB09F5-620E-497B-ACB6-90C6DE6764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5868" y="5369603"/>
                  <a:ext cx="1391194" cy="30008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線單箭頭接點 146">
              <a:extLst>
                <a:ext uri="{FF2B5EF4-FFF2-40B4-BE49-F238E27FC236}">
                  <a16:creationId xmlns:a16="http://schemas.microsoft.com/office/drawing/2014/main" id="{66216C8C-4465-46F2-8596-86AEE4604A72}"/>
                </a:ext>
              </a:extLst>
            </p:cNvPr>
            <p:cNvCxnSpPr>
              <a:cxnSpLocks/>
              <a:stCxn id="153" idx="3"/>
            </p:cNvCxnSpPr>
            <p:nvPr/>
          </p:nvCxnSpPr>
          <p:spPr>
            <a:xfrm>
              <a:off x="7551335" y="5673266"/>
              <a:ext cx="1153659" cy="11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D4F72A98-3A11-4EC8-AB5C-889B78D194B3}"/>
                </a:ext>
              </a:extLst>
            </p:cNvPr>
            <p:cNvSpPr txBox="1"/>
            <p:nvPr/>
          </p:nvSpPr>
          <p:spPr>
            <a:xfrm>
              <a:off x="6715745" y="4907367"/>
              <a:ext cx="148550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5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BottleNeck</a:t>
              </a:r>
              <a:endPara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矩形: 圓角 172">
              <a:extLst>
                <a:ext uri="{FF2B5EF4-FFF2-40B4-BE49-F238E27FC236}">
                  <a16:creationId xmlns:a16="http://schemas.microsoft.com/office/drawing/2014/main" id="{135A81CB-1F75-46CE-A183-AE2388C8D55A}"/>
                </a:ext>
              </a:extLst>
            </p:cNvPr>
            <p:cNvSpPr/>
            <p:nvPr/>
          </p:nvSpPr>
          <p:spPr>
            <a:xfrm>
              <a:off x="4374913" y="5473873"/>
              <a:ext cx="1391193" cy="39678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Conv(k=3)</a:t>
              </a:r>
              <a:endParaRPr lang="zh-TW" alt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7" name="直線單箭頭接點 226">
              <a:extLst>
                <a:ext uri="{FF2B5EF4-FFF2-40B4-BE49-F238E27FC236}">
                  <a16:creationId xmlns:a16="http://schemas.microsoft.com/office/drawing/2014/main" id="{6A78FC82-E5E5-4F16-BF2C-D6D5B6C5E40F}"/>
                </a:ext>
              </a:extLst>
            </p:cNvPr>
            <p:cNvCxnSpPr>
              <a:cxnSpLocks/>
            </p:cNvCxnSpPr>
            <p:nvPr/>
          </p:nvCxnSpPr>
          <p:spPr>
            <a:xfrm>
              <a:off x="2251895" y="5684807"/>
              <a:ext cx="377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5" name="接點: 肘形 1054">
              <a:extLst>
                <a:ext uri="{FF2B5EF4-FFF2-40B4-BE49-F238E27FC236}">
                  <a16:creationId xmlns:a16="http://schemas.microsoft.com/office/drawing/2014/main" id="{64F4E441-55B6-43CE-B880-0CD667B19A2E}"/>
                </a:ext>
              </a:extLst>
            </p:cNvPr>
            <p:cNvCxnSpPr>
              <a:endCxn id="153" idx="0"/>
            </p:cNvCxnSpPr>
            <p:nvPr/>
          </p:nvCxnSpPr>
          <p:spPr>
            <a:xfrm flipV="1">
              <a:off x="2251895" y="5511683"/>
              <a:ext cx="5142890" cy="160582"/>
            </a:xfrm>
            <a:prstGeom prst="bentConnector4">
              <a:avLst>
                <a:gd name="adj1" fmla="val -38"/>
                <a:gd name="adj2" fmla="val 242357"/>
              </a:avLst>
            </a:prstGeom>
            <a:ln>
              <a:prstDash val="lg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8" name="直線單箭頭接點 1057">
              <a:extLst>
                <a:ext uri="{FF2B5EF4-FFF2-40B4-BE49-F238E27FC236}">
                  <a16:creationId xmlns:a16="http://schemas.microsoft.com/office/drawing/2014/main" id="{75864219-C05C-4B32-B010-B710B50F5582}"/>
                </a:ext>
              </a:extLst>
            </p:cNvPr>
            <p:cNvCxnSpPr>
              <a:stCxn id="137" idx="3"/>
              <a:endCxn id="173" idx="1"/>
            </p:cNvCxnSpPr>
            <p:nvPr/>
          </p:nvCxnSpPr>
          <p:spPr>
            <a:xfrm flipV="1">
              <a:off x="4018759" y="5672266"/>
              <a:ext cx="356154" cy="4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4" name="直線單箭頭接點 1063">
              <a:extLst>
                <a:ext uri="{FF2B5EF4-FFF2-40B4-BE49-F238E27FC236}">
                  <a16:creationId xmlns:a16="http://schemas.microsoft.com/office/drawing/2014/main" id="{4F4F678E-6649-483D-9C9D-3FF7B5BCAC03}"/>
                </a:ext>
              </a:extLst>
            </p:cNvPr>
            <p:cNvCxnSpPr>
              <a:stCxn id="173" idx="3"/>
              <a:endCxn id="153" idx="1"/>
            </p:cNvCxnSpPr>
            <p:nvPr/>
          </p:nvCxnSpPr>
          <p:spPr>
            <a:xfrm>
              <a:off x="5766106" y="5672266"/>
              <a:ext cx="1472129" cy="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16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字方塊 25">
            <a:extLst>
              <a:ext uri="{FF2B5EF4-FFF2-40B4-BE49-F238E27FC236}">
                <a16:creationId xmlns:a16="http://schemas.microsoft.com/office/drawing/2014/main" id="{1069913E-7A4A-8EF6-4F66-2AE3BE9E185B}"/>
              </a:ext>
            </a:extLst>
          </p:cNvPr>
          <p:cNvSpPr txBox="1"/>
          <p:nvPr/>
        </p:nvSpPr>
        <p:spPr>
          <a:xfrm>
            <a:off x="1024163" y="825965"/>
            <a:ext cx="24429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E0B20BC2-86B7-BE30-D7D8-BB90CD939E14}"/>
              </a:ext>
            </a:extLst>
          </p:cNvPr>
          <p:cNvSpPr txBox="1"/>
          <p:nvPr/>
        </p:nvSpPr>
        <p:spPr>
          <a:xfrm>
            <a:off x="4747106" y="897733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: Concatenation </a:t>
            </a:r>
          </a:p>
          <a:p>
            <a:pPr algn="r"/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: Residual Addition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8859C943-815A-0458-C9A1-BB48E62BEEAC}"/>
              </a:ext>
            </a:extLst>
          </p:cNvPr>
          <p:cNvGrpSpPr/>
          <p:nvPr/>
        </p:nvGrpSpPr>
        <p:grpSpPr>
          <a:xfrm>
            <a:off x="1517066" y="1724025"/>
            <a:ext cx="8698271" cy="4457700"/>
            <a:chOff x="2469566" y="1771650"/>
            <a:chExt cx="8698271" cy="44577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F7C68EFB-233A-4B6C-B9A5-A9FEA35E7A4B}"/>
                </a:ext>
              </a:extLst>
            </p:cNvPr>
            <p:cNvGrpSpPr/>
            <p:nvPr/>
          </p:nvGrpSpPr>
          <p:grpSpPr>
            <a:xfrm>
              <a:off x="2726952" y="1927506"/>
              <a:ext cx="8440885" cy="1138844"/>
              <a:chOff x="1868423" y="3558745"/>
              <a:chExt cx="8440885" cy="113884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文字方塊 209">
                    <a:extLst>
                      <a:ext uri="{FF2B5EF4-FFF2-40B4-BE49-F238E27FC236}">
                        <a16:creationId xmlns:a16="http://schemas.microsoft.com/office/drawing/2014/main" id="{01AE31D9-2636-4020-AD7B-88D621FFE9B0}"/>
                      </a:ext>
                    </a:extLst>
                  </p:cNvPr>
                  <p:cNvSpPr txBox="1"/>
                  <p:nvPr/>
                </p:nvSpPr>
                <p:spPr>
                  <a:xfrm>
                    <a:off x="1868423" y="4049502"/>
                    <a:ext cx="1391194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5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500" i="1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0" name="文字方塊 209">
                    <a:extLst>
                      <a:ext uri="{FF2B5EF4-FFF2-40B4-BE49-F238E27FC236}">
                        <a16:creationId xmlns:a16="http://schemas.microsoft.com/office/drawing/2014/main" id="{01AE31D9-2636-4020-AD7B-88D621FFE9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8423" y="4049502"/>
                    <a:ext cx="1391194" cy="3231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191B848D-A855-40AC-ADBA-C75E8B9FF988}"/>
                  </a:ext>
                </a:extLst>
              </p:cNvPr>
              <p:cNvGrpSpPr/>
              <p:nvPr/>
            </p:nvGrpSpPr>
            <p:grpSpPr>
              <a:xfrm>
                <a:off x="2380739" y="3558745"/>
                <a:ext cx="7928569" cy="1138844"/>
                <a:chOff x="2380739" y="3558745"/>
                <a:chExt cx="7928569" cy="1138844"/>
              </a:xfrm>
            </p:grpSpPr>
            <p:sp>
              <p:nvSpPr>
                <p:cNvPr id="211" name="矩形: 圓角 210">
                  <a:extLst>
                    <a:ext uri="{FF2B5EF4-FFF2-40B4-BE49-F238E27FC236}">
                      <a16:creationId xmlns:a16="http://schemas.microsoft.com/office/drawing/2014/main" id="{7EF3D333-D1A4-4714-9EE8-AFEA3B42653F}"/>
                    </a:ext>
                  </a:extLst>
                </p:cNvPr>
                <p:cNvSpPr/>
                <p:nvPr/>
              </p:nvSpPr>
              <p:spPr>
                <a:xfrm>
                  <a:off x="2769467" y="4096453"/>
                  <a:ext cx="1391193" cy="552930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TW" sz="15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y0</a:t>
                  </a:r>
                  <a:endPara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altLang="zh-TW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Conv(k=1)</a:t>
                  </a:r>
                  <a:endParaRPr lang="zh-TW" alt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2" name="矩形: 圓角 211">
                  <a:extLst>
                    <a:ext uri="{FF2B5EF4-FFF2-40B4-BE49-F238E27FC236}">
                      <a16:creationId xmlns:a16="http://schemas.microsoft.com/office/drawing/2014/main" id="{48C1CD14-BB60-43F6-BF99-CE6F7CA2FAF4}"/>
                    </a:ext>
                  </a:extLst>
                </p:cNvPr>
                <p:cNvSpPr/>
                <p:nvPr/>
              </p:nvSpPr>
              <p:spPr>
                <a:xfrm>
                  <a:off x="2703091" y="3584716"/>
                  <a:ext cx="6681308" cy="1112873"/>
                </a:xfrm>
                <a:prstGeom prst="roundRect">
                  <a:avLst/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214" name="矩形: 圓角 213">
                  <a:extLst>
                    <a:ext uri="{FF2B5EF4-FFF2-40B4-BE49-F238E27FC236}">
                      <a16:creationId xmlns:a16="http://schemas.microsoft.com/office/drawing/2014/main" id="{D79A101C-998A-464D-86D8-6953FECE95A5}"/>
                    </a:ext>
                  </a:extLst>
                </p:cNvPr>
                <p:cNvSpPr/>
                <p:nvPr/>
              </p:nvSpPr>
              <p:spPr>
                <a:xfrm>
                  <a:off x="5835310" y="4168563"/>
                  <a:ext cx="1391193" cy="396785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Conv(k=1)</a:t>
                  </a:r>
                  <a:endParaRPr lang="zh-TW" alt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5" name="文字方塊 214">
                      <a:extLst>
                        <a:ext uri="{FF2B5EF4-FFF2-40B4-BE49-F238E27FC236}">
                          <a16:creationId xmlns:a16="http://schemas.microsoft.com/office/drawing/2014/main" id="{D7184425-56C5-4890-96C1-48C4A01A735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8114" y="4025062"/>
                      <a:ext cx="1391194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5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500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TW" sz="1500" i="1" dirty="0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TW" sz="15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15" name="文字方塊 214">
                      <a:extLst>
                        <a:ext uri="{FF2B5EF4-FFF2-40B4-BE49-F238E27FC236}">
                          <a16:creationId xmlns:a16="http://schemas.microsoft.com/office/drawing/2014/main" id="{D7184425-56C5-4890-96C1-48C4A01A735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18114" y="4025062"/>
                      <a:ext cx="1391194" cy="3231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0" name="文字方塊 219">
                  <a:extLst>
                    <a:ext uri="{FF2B5EF4-FFF2-40B4-BE49-F238E27FC236}">
                      <a16:creationId xmlns:a16="http://schemas.microsoft.com/office/drawing/2014/main" id="{5C87E9D2-2D8A-4031-9558-316BE97CB49D}"/>
                    </a:ext>
                  </a:extLst>
                </p:cNvPr>
                <p:cNvSpPr txBox="1"/>
                <p:nvPr/>
              </p:nvSpPr>
              <p:spPr>
                <a:xfrm>
                  <a:off x="6912725" y="3558745"/>
                  <a:ext cx="2442975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TW" sz="15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A2C2f</a:t>
                  </a:r>
                  <a:r>
                    <a:rPr lang="zh-TW" altLang="en-US" sz="15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15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(A2=True)</a:t>
                  </a:r>
                </a:p>
                <a:p>
                  <a:pPr algn="r"/>
                  <a:endParaRPr lang="zh-TW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7" name="群組 76">
                  <a:extLst>
                    <a:ext uri="{FF2B5EF4-FFF2-40B4-BE49-F238E27FC236}">
                      <a16:creationId xmlns:a16="http://schemas.microsoft.com/office/drawing/2014/main" id="{9758F482-F01B-44AC-A72E-989F87DFF662}"/>
                    </a:ext>
                  </a:extLst>
                </p:cNvPr>
                <p:cNvGrpSpPr/>
                <p:nvPr/>
              </p:nvGrpSpPr>
              <p:grpSpPr>
                <a:xfrm>
                  <a:off x="8931320" y="4202972"/>
                  <a:ext cx="313100" cy="323165"/>
                  <a:chOff x="9527872" y="3222510"/>
                  <a:chExt cx="313100" cy="323165"/>
                </a:xfrm>
              </p:grpSpPr>
              <p:sp>
                <p:nvSpPr>
                  <p:cNvPr id="78" name="流程圖: 接點 77">
                    <a:extLst>
                      <a:ext uri="{FF2B5EF4-FFF2-40B4-BE49-F238E27FC236}">
                        <a16:creationId xmlns:a16="http://schemas.microsoft.com/office/drawing/2014/main" id="{14CB5EA0-B4B3-42E3-A48E-6780B1F98C47}"/>
                      </a:ext>
                    </a:extLst>
                  </p:cNvPr>
                  <p:cNvSpPr/>
                  <p:nvPr/>
                </p:nvSpPr>
                <p:spPr>
                  <a:xfrm>
                    <a:off x="9527872" y="3222510"/>
                    <a:ext cx="268806" cy="284494"/>
                  </a:xfrm>
                  <a:prstGeom prst="flowChartConnector">
                    <a:avLst/>
                  </a:prstGeom>
                  <a:noFill/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35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9" name="文字方塊 78">
                        <a:extLst>
                          <a:ext uri="{FF2B5EF4-FFF2-40B4-BE49-F238E27FC236}">
                            <a16:creationId xmlns:a16="http://schemas.microsoft.com/office/drawing/2014/main" id="{984F8AF6-E1E4-469A-8697-C8D34E61B02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527872" y="3222510"/>
                        <a:ext cx="313100" cy="3231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15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oMath>
                          </m:oMathPara>
                        </a14:m>
                        <a:endParaRPr lang="en-US" altLang="zh-TW" sz="1500" dirty="0"/>
                      </a:p>
                    </p:txBody>
                  </p:sp>
                </mc:Choice>
                <mc:Fallback xmlns="">
                  <p:sp>
                    <p:nvSpPr>
                      <p:cNvPr id="79" name="文字方塊 78">
                        <a:extLst>
                          <a:ext uri="{FF2B5EF4-FFF2-40B4-BE49-F238E27FC236}">
                            <a16:creationId xmlns:a16="http://schemas.microsoft.com/office/drawing/2014/main" id="{984F8AF6-E1E4-469A-8697-C8D34E61B02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527872" y="3222510"/>
                        <a:ext cx="313100" cy="32316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80" name="直線單箭頭接點 79">
                  <a:extLst>
                    <a:ext uri="{FF2B5EF4-FFF2-40B4-BE49-F238E27FC236}">
                      <a16:creationId xmlns:a16="http://schemas.microsoft.com/office/drawing/2014/main" id="{645BFA6C-AD3C-4ABF-9013-684D1BDE6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2980" y="4358023"/>
                  <a:ext cx="37718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接點: 肘形 86">
                  <a:extLst>
                    <a:ext uri="{FF2B5EF4-FFF2-40B4-BE49-F238E27FC236}">
                      <a16:creationId xmlns:a16="http://schemas.microsoft.com/office/drawing/2014/main" id="{B6893023-622E-4A9D-8818-EE52E820E83A}"/>
                    </a:ext>
                  </a:extLst>
                </p:cNvPr>
                <p:cNvCxnSpPr>
                  <a:cxnSpLocks/>
                  <a:endCxn id="79" idx="0"/>
                </p:cNvCxnSpPr>
                <p:nvPr/>
              </p:nvCxnSpPr>
              <p:spPr>
                <a:xfrm flipV="1">
                  <a:off x="2380739" y="4202972"/>
                  <a:ext cx="6707131" cy="154090"/>
                </a:xfrm>
                <a:prstGeom prst="bentConnector4">
                  <a:avLst>
                    <a:gd name="adj1" fmla="val -204"/>
                    <a:gd name="adj2" fmla="val 317357"/>
                  </a:avLst>
                </a:prstGeom>
                <a:ln>
                  <a:prstDash val="lgDash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3" name="矩形: 圓角 92">
                  <a:extLst>
                    <a:ext uri="{FF2B5EF4-FFF2-40B4-BE49-F238E27FC236}">
                      <a16:creationId xmlns:a16="http://schemas.microsoft.com/office/drawing/2014/main" id="{BB3E0B6F-0C43-4C92-B7CB-C0825AA40E56}"/>
                    </a:ext>
                  </a:extLst>
                </p:cNvPr>
                <p:cNvSpPr/>
                <p:nvPr/>
              </p:nvSpPr>
              <p:spPr>
                <a:xfrm>
                  <a:off x="4461721" y="4167655"/>
                  <a:ext cx="1095149" cy="411779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5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ABlock</a:t>
                  </a:r>
                  <a:endParaRPr lang="zh-TW" alt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6" name="直線單箭頭接點 95">
                  <a:extLst>
                    <a:ext uri="{FF2B5EF4-FFF2-40B4-BE49-F238E27FC236}">
                      <a16:creationId xmlns:a16="http://schemas.microsoft.com/office/drawing/2014/main" id="{86AAB914-E36C-408B-B80E-1DA74547BB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73553" y="4332916"/>
                  <a:ext cx="61472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542BEE9-E033-4677-93FF-51EC6C543CDC}"/>
                    </a:ext>
                  </a:extLst>
                </p:cNvPr>
                <p:cNvCxnSpPr>
                  <a:cxnSpLocks/>
                  <a:stCxn id="211" idx="3"/>
                  <a:endCxn id="93" idx="1"/>
                </p:cNvCxnSpPr>
                <p:nvPr/>
              </p:nvCxnSpPr>
              <p:spPr>
                <a:xfrm>
                  <a:off x="4160660" y="4372918"/>
                  <a:ext cx="301061" cy="6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線單箭頭接點 34">
                  <a:extLst>
                    <a:ext uri="{FF2B5EF4-FFF2-40B4-BE49-F238E27FC236}">
                      <a16:creationId xmlns:a16="http://schemas.microsoft.com/office/drawing/2014/main" id="{9883D239-6806-49B7-B384-E0914B30B227}"/>
                    </a:ext>
                  </a:extLst>
                </p:cNvPr>
                <p:cNvCxnSpPr>
                  <a:cxnSpLocks/>
                  <a:stCxn id="214" idx="3"/>
                  <a:endCxn id="79" idx="1"/>
                </p:cNvCxnSpPr>
                <p:nvPr/>
              </p:nvCxnSpPr>
              <p:spPr>
                <a:xfrm flipV="1">
                  <a:off x="7226503" y="4364555"/>
                  <a:ext cx="1704817" cy="240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2" name="文字方塊 111">
                      <a:extLst>
                        <a:ext uri="{FF2B5EF4-FFF2-40B4-BE49-F238E27FC236}">
                          <a16:creationId xmlns:a16="http://schemas.microsoft.com/office/drawing/2014/main" id="{05272F31-DA33-4F94-A3FD-F348961B38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28345" y="3853468"/>
                      <a:ext cx="1156616" cy="341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TW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14:m>
                        <m:oMath xmlns:m="http://schemas.openxmlformats.org/officeDocument/2006/math">
                          <m:r>
                            <a:rPr lang="en-US" altLang="zh-TW" sz="1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𝑤𝑒𝑖𝑔h𝑡</m:t>
                              </m:r>
                            </m:sub>
                          </m:sSub>
                        </m:oMath>
                      </a14:m>
                      <a:endParaRPr lang="en-US" altLang="zh-TW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12" name="文字方塊 111">
                      <a:extLst>
                        <a:ext uri="{FF2B5EF4-FFF2-40B4-BE49-F238E27FC236}">
                          <a16:creationId xmlns:a16="http://schemas.microsoft.com/office/drawing/2014/main" id="{05272F31-DA33-4F94-A3FD-F348961B386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28345" y="3853468"/>
                      <a:ext cx="1156616" cy="3418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3571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94" name="直線接點 193">
              <a:extLst>
                <a:ext uri="{FF2B5EF4-FFF2-40B4-BE49-F238E27FC236}">
                  <a16:creationId xmlns:a16="http://schemas.microsoft.com/office/drawing/2014/main" id="{14623E4A-EE57-4E0D-9829-71464C4556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5329" y="2948195"/>
              <a:ext cx="2025901" cy="410337"/>
            </a:xfrm>
            <a:prstGeom prst="lin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直線接點 196">
              <a:extLst>
                <a:ext uri="{FF2B5EF4-FFF2-40B4-BE49-F238E27FC236}">
                  <a16:creationId xmlns:a16="http://schemas.microsoft.com/office/drawing/2014/main" id="{87335FD0-20AC-4979-B8FB-E653172A0C8A}"/>
                </a:ext>
              </a:extLst>
            </p:cNvPr>
            <p:cNvCxnSpPr>
              <a:cxnSpLocks/>
            </p:cNvCxnSpPr>
            <p:nvPr/>
          </p:nvCxnSpPr>
          <p:spPr>
            <a:xfrm>
              <a:off x="6400615" y="2949204"/>
              <a:ext cx="4266564" cy="416931"/>
            </a:xfrm>
            <a:prstGeom prst="lin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2EE06C14-9DD6-0FBF-836F-BB89B925F49B}"/>
                </a:ext>
              </a:extLst>
            </p:cNvPr>
            <p:cNvGrpSpPr/>
            <p:nvPr/>
          </p:nvGrpSpPr>
          <p:grpSpPr>
            <a:xfrm>
              <a:off x="2469566" y="4908563"/>
              <a:ext cx="5577104" cy="1123472"/>
              <a:chOff x="1905167" y="2751563"/>
              <a:chExt cx="5577104" cy="1123472"/>
            </a:xfrm>
          </p:grpSpPr>
          <p:sp>
            <p:nvSpPr>
              <p:cNvPr id="30" name="矩形: 圓角 29">
                <a:extLst>
                  <a:ext uri="{FF2B5EF4-FFF2-40B4-BE49-F238E27FC236}">
                    <a16:creationId xmlns:a16="http://schemas.microsoft.com/office/drawing/2014/main" id="{601EE5D7-14A5-F344-5FEF-0FC61C5DF2A0}"/>
                  </a:ext>
                </a:extLst>
              </p:cNvPr>
              <p:cNvSpPr/>
              <p:nvPr/>
            </p:nvSpPr>
            <p:spPr>
              <a:xfrm>
                <a:off x="2739835" y="2751849"/>
                <a:ext cx="3808909" cy="1123186"/>
              </a:xfrm>
              <a:prstGeom prst="roundRect">
                <a:avLst/>
              </a:prstGeom>
              <a:solidFill>
                <a:srgbClr val="F2F5D8"/>
              </a:solidFill>
              <a:ln>
                <a:solidFill>
                  <a:srgbClr val="C0E5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文字方塊 135">
                    <a:extLst>
                      <a:ext uri="{FF2B5EF4-FFF2-40B4-BE49-F238E27FC236}">
                        <a16:creationId xmlns:a16="http://schemas.microsoft.com/office/drawing/2014/main" id="{D26E0B0F-676D-476A-85ED-C9BAF8FC4326}"/>
                      </a:ext>
                    </a:extLst>
                  </p:cNvPr>
                  <p:cNvSpPr txBox="1"/>
                  <p:nvPr/>
                </p:nvSpPr>
                <p:spPr>
                  <a:xfrm>
                    <a:off x="1905167" y="3218225"/>
                    <a:ext cx="1391194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5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6" name="文字方塊 135">
                    <a:extLst>
                      <a:ext uri="{FF2B5EF4-FFF2-40B4-BE49-F238E27FC236}">
                        <a16:creationId xmlns:a16="http://schemas.microsoft.com/office/drawing/2014/main" id="{D26E0B0F-676D-476A-85ED-C9BAF8FC43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05167" y="3218225"/>
                    <a:ext cx="1391194" cy="3231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7" name="矩形: 圓角 136">
                <a:extLst>
                  <a:ext uri="{FF2B5EF4-FFF2-40B4-BE49-F238E27FC236}">
                    <a16:creationId xmlns:a16="http://schemas.microsoft.com/office/drawing/2014/main" id="{0ADACF35-21CE-486B-A267-2C95EF15252A}"/>
                  </a:ext>
                </a:extLst>
              </p:cNvPr>
              <p:cNvSpPr/>
              <p:nvPr/>
            </p:nvSpPr>
            <p:spPr>
              <a:xfrm>
                <a:off x="2848718" y="3334885"/>
                <a:ext cx="880878" cy="396785"/>
              </a:xfrm>
              <a:prstGeom prst="roundRect">
                <a:avLst/>
              </a:prstGeom>
              <a:solidFill>
                <a:srgbClr val="FCBCBC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Aattn</a:t>
                </a:r>
                <a:endParaRPr lang="zh-TW" alt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2" name="群組 141">
                <a:extLst>
                  <a:ext uri="{FF2B5EF4-FFF2-40B4-BE49-F238E27FC236}">
                    <a16:creationId xmlns:a16="http://schemas.microsoft.com/office/drawing/2014/main" id="{8803A4B6-89A8-49BB-87E0-1BB4750CA635}"/>
                  </a:ext>
                </a:extLst>
              </p:cNvPr>
              <p:cNvGrpSpPr/>
              <p:nvPr/>
            </p:nvGrpSpPr>
            <p:grpSpPr>
              <a:xfrm>
                <a:off x="4030713" y="3371694"/>
                <a:ext cx="313100" cy="323165"/>
                <a:chOff x="9527872" y="3222510"/>
                <a:chExt cx="313100" cy="323165"/>
              </a:xfrm>
            </p:grpSpPr>
            <p:sp>
              <p:nvSpPr>
                <p:cNvPr id="152" name="流程圖: 接點 151">
                  <a:extLst>
                    <a:ext uri="{FF2B5EF4-FFF2-40B4-BE49-F238E27FC236}">
                      <a16:creationId xmlns:a16="http://schemas.microsoft.com/office/drawing/2014/main" id="{96FC1DC9-8EE5-48D6-A282-87697FD19876}"/>
                    </a:ext>
                  </a:extLst>
                </p:cNvPr>
                <p:cNvSpPr/>
                <p:nvPr/>
              </p:nvSpPr>
              <p:spPr>
                <a:xfrm>
                  <a:off x="9527872" y="3222510"/>
                  <a:ext cx="268806" cy="284494"/>
                </a:xfrm>
                <a:prstGeom prst="flowChartConnector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文字方塊 152">
                      <a:extLst>
                        <a:ext uri="{FF2B5EF4-FFF2-40B4-BE49-F238E27FC236}">
                          <a16:creationId xmlns:a16="http://schemas.microsoft.com/office/drawing/2014/main" id="{1DC2D1D0-D61F-48EA-8B0B-35DCC92D63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27872" y="3222510"/>
                      <a:ext cx="3131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TW" sz="15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oMath>
                        </m:oMathPara>
                      </a14:m>
                      <a:endParaRPr lang="en-US" altLang="zh-TW" sz="1500" dirty="0"/>
                    </a:p>
                  </p:txBody>
                </p:sp>
              </mc:Choice>
              <mc:Fallback xmlns="">
                <p:sp>
                  <p:nvSpPr>
                    <p:cNvPr id="153" name="文字方塊 152">
                      <a:extLst>
                        <a:ext uri="{FF2B5EF4-FFF2-40B4-BE49-F238E27FC236}">
                          <a16:creationId xmlns:a16="http://schemas.microsoft.com/office/drawing/2014/main" id="{1DC2D1D0-D61F-48EA-8B0B-35DCC92D63F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27872" y="3222510"/>
                      <a:ext cx="313100" cy="3231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文字方塊 143">
                    <a:extLst>
                      <a:ext uri="{FF2B5EF4-FFF2-40B4-BE49-F238E27FC236}">
                        <a16:creationId xmlns:a16="http://schemas.microsoft.com/office/drawing/2014/main" id="{70DB09F5-620E-497B-ACB6-90C6DE676419}"/>
                      </a:ext>
                    </a:extLst>
                  </p:cNvPr>
                  <p:cNvSpPr txBox="1"/>
                  <p:nvPr/>
                </p:nvSpPr>
                <p:spPr>
                  <a:xfrm>
                    <a:off x="6091077" y="3226120"/>
                    <a:ext cx="1391194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5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4" name="文字方塊 143">
                    <a:extLst>
                      <a:ext uri="{FF2B5EF4-FFF2-40B4-BE49-F238E27FC236}">
                        <a16:creationId xmlns:a16="http://schemas.microsoft.com/office/drawing/2014/main" id="{70DB09F5-620E-497B-ACB6-90C6DE6764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1077" y="3226120"/>
                    <a:ext cx="1391194" cy="3231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D4F72A98-3A11-4EC8-AB5C-889B78D194B3}"/>
                  </a:ext>
                </a:extLst>
              </p:cNvPr>
              <p:cNvSpPr txBox="1"/>
              <p:nvPr/>
            </p:nvSpPr>
            <p:spPr>
              <a:xfrm>
                <a:off x="5063242" y="2751563"/>
                <a:ext cx="148550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ABlock</a:t>
                </a:r>
                <a:endParaRPr lang="zh-TW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矩形: 圓角 172">
                <a:extLst>
                  <a:ext uri="{FF2B5EF4-FFF2-40B4-BE49-F238E27FC236}">
                    <a16:creationId xmlns:a16="http://schemas.microsoft.com/office/drawing/2014/main" id="{135A81CB-1F75-46CE-A183-AE2388C8D55A}"/>
                  </a:ext>
                </a:extLst>
              </p:cNvPr>
              <p:cNvSpPr/>
              <p:nvPr/>
            </p:nvSpPr>
            <p:spPr>
              <a:xfrm>
                <a:off x="4624072" y="3338572"/>
                <a:ext cx="880878" cy="396785"/>
              </a:xfrm>
              <a:prstGeom prst="roundRect">
                <a:avLst/>
              </a:prstGeom>
              <a:solidFill>
                <a:srgbClr val="EFB0F2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MLP</a:t>
                </a:r>
                <a:endParaRPr lang="zh-TW" alt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55" name="接點: 肘形 1054">
                <a:extLst>
                  <a:ext uri="{FF2B5EF4-FFF2-40B4-BE49-F238E27FC236}">
                    <a16:creationId xmlns:a16="http://schemas.microsoft.com/office/drawing/2014/main" id="{64F4E441-55B6-43CE-B880-0CD667B19A2E}"/>
                  </a:ext>
                </a:extLst>
              </p:cNvPr>
              <p:cNvCxnSpPr>
                <a:cxnSpLocks/>
                <a:endCxn id="153" idx="0"/>
              </p:cNvCxnSpPr>
              <p:nvPr/>
            </p:nvCxnSpPr>
            <p:spPr>
              <a:xfrm flipV="1">
                <a:off x="2463150" y="3371694"/>
                <a:ext cx="1724113" cy="122192"/>
              </a:xfrm>
              <a:prstGeom prst="bentConnector4">
                <a:avLst>
                  <a:gd name="adj1" fmla="val 236"/>
                  <a:gd name="adj2" fmla="val 287083"/>
                </a:avLst>
              </a:prstGeom>
              <a:ln>
                <a:prstDash val="lg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87" name="群組 186">
                <a:extLst>
                  <a:ext uri="{FF2B5EF4-FFF2-40B4-BE49-F238E27FC236}">
                    <a16:creationId xmlns:a16="http://schemas.microsoft.com/office/drawing/2014/main" id="{2B6BFBD2-5080-48BE-BB7F-29E1E48F7124}"/>
                  </a:ext>
                </a:extLst>
              </p:cNvPr>
              <p:cNvGrpSpPr/>
              <p:nvPr/>
            </p:nvGrpSpPr>
            <p:grpSpPr>
              <a:xfrm>
                <a:off x="5846453" y="3373771"/>
                <a:ext cx="313100" cy="323165"/>
                <a:chOff x="9527872" y="3222510"/>
                <a:chExt cx="313100" cy="323165"/>
              </a:xfrm>
            </p:grpSpPr>
            <p:sp>
              <p:nvSpPr>
                <p:cNvPr id="188" name="流程圖: 接點 187">
                  <a:extLst>
                    <a:ext uri="{FF2B5EF4-FFF2-40B4-BE49-F238E27FC236}">
                      <a16:creationId xmlns:a16="http://schemas.microsoft.com/office/drawing/2014/main" id="{6C400DA2-8D9A-44A5-B48F-902AF73AEA60}"/>
                    </a:ext>
                  </a:extLst>
                </p:cNvPr>
                <p:cNvSpPr/>
                <p:nvPr/>
              </p:nvSpPr>
              <p:spPr>
                <a:xfrm>
                  <a:off x="9527872" y="3222510"/>
                  <a:ext cx="268806" cy="284494"/>
                </a:xfrm>
                <a:prstGeom prst="flowChartConnector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9" name="文字方塊 188">
                      <a:extLst>
                        <a:ext uri="{FF2B5EF4-FFF2-40B4-BE49-F238E27FC236}">
                          <a16:creationId xmlns:a16="http://schemas.microsoft.com/office/drawing/2014/main" id="{3FD523B7-EEDF-4F35-926E-90F999C6B9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27872" y="3222510"/>
                      <a:ext cx="3131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TW" sz="15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oMath>
                        </m:oMathPara>
                      </a14:m>
                      <a:endParaRPr lang="en-US" altLang="zh-TW" sz="1500" dirty="0"/>
                    </a:p>
                  </p:txBody>
                </p:sp>
              </mc:Choice>
              <mc:Fallback xmlns="">
                <p:sp>
                  <p:nvSpPr>
                    <p:cNvPr id="153" name="文字方塊 152">
                      <a:extLst>
                        <a:ext uri="{FF2B5EF4-FFF2-40B4-BE49-F238E27FC236}">
                          <a16:creationId xmlns:a16="http://schemas.microsoft.com/office/drawing/2014/main" id="{1DC2D1D0-D61F-48EA-8B0B-35DCC92D63F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27872" y="3222510"/>
                      <a:ext cx="313100" cy="323165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90" name="接點: 肘形 189">
                <a:extLst>
                  <a:ext uri="{FF2B5EF4-FFF2-40B4-BE49-F238E27FC236}">
                    <a16:creationId xmlns:a16="http://schemas.microsoft.com/office/drawing/2014/main" id="{5A3C98B6-0EFF-4E72-A62C-4FA0F80582EB}"/>
                  </a:ext>
                </a:extLst>
              </p:cNvPr>
              <p:cNvCxnSpPr>
                <a:cxnSpLocks/>
                <a:endCxn id="189" idx="0"/>
              </p:cNvCxnSpPr>
              <p:nvPr/>
            </p:nvCxnSpPr>
            <p:spPr>
              <a:xfrm flipV="1">
                <a:off x="4463948" y="3373771"/>
                <a:ext cx="1539055" cy="152497"/>
              </a:xfrm>
              <a:prstGeom prst="bentConnector4">
                <a:avLst>
                  <a:gd name="adj1" fmla="val 239"/>
                  <a:gd name="adj2" fmla="val 249905"/>
                </a:avLst>
              </a:prstGeom>
              <a:ln>
                <a:prstDash val="lg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線單箭頭接點 59">
                <a:extLst>
                  <a:ext uri="{FF2B5EF4-FFF2-40B4-BE49-F238E27FC236}">
                    <a16:creationId xmlns:a16="http://schemas.microsoft.com/office/drawing/2014/main" id="{E04D26F3-AF24-4857-AAEC-E05E1F50EF95}"/>
                  </a:ext>
                </a:extLst>
              </p:cNvPr>
              <p:cNvCxnSpPr>
                <a:stCxn id="137" idx="3"/>
                <a:endCxn id="153" idx="1"/>
              </p:cNvCxnSpPr>
              <p:nvPr/>
            </p:nvCxnSpPr>
            <p:spPr>
              <a:xfrm flipV="1">
                <a:off x="3729596" y="3533277"/>
                <a:ext cx="301117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線單箭頭接點 61">
                <a:extLst>
                  <a:ext uri="{FF2B5EF4-FFF2-40B4-BE49-F238E27FC236}">
                    <a16:creationId xmlns:a16="http://schemas.microsoft.com/office/drawing/2014/main" id="{4720AF9C-4A81-4B17-8F77-2F688EA9FDF9}"/>
                  </a:ext>
                </a:extLst>
              </p:cNvPr>
              <p:cNvCxnSpPr>
                <a:stCxn id="153" idx="3"/>
                <a:endCxn id="173" idx="1"/>
              </p:cNvCxnSpPr>
              <p:nvPr/>
            </p:nvCxnSpPr>
            <p:spPr>
              <a:xfrm>
                <a:off x="4343813" y="3533277"/>
                <a:ext cx="280259" cy="36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>
                <a:extLst>
                  <a:ext uri="{FF2B5EF4-FFF2-40B4-BE49-F238E27FC236}">
                    <a16:creationId xmlns:a16="http://schemas.microsoft.com/office/drawing/2014/main" id="{65693212-3E4A-4AE8-8DF9-1C6E452764BA}"/>
                  </a:ext>
                </a:extLst>
              </p:cNvPr>
              <p:cNvCxnSpPr>
                <a:stCxn id="173" idx="3"/>
                <a:endCxn id="189" idx="1"/>
              </p:cNvCxnSpPr>
              <p:nvPr/>
            </p:nvCxnSpPr>
            <p:spPr>
              <a:xfrm flipV="1">
                <a:off x="5504950" y="3535354"/>
                <a:ext cx="341503" cy="16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1" name="直線單箭頭接點 190">
                <a:extLst>
                  <a:ext uri="{FF2B5EF4-FFF2-40B4-BE49-F238E27FC236}">
                    <a16:creationId xmlns:a16="http://schemas.microsoft.com/office/drawing/2014/main" id="{CD6CFCDA-72B8-4D8B-9F0F-517B3BA34B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3741" y="3513941"/>
                <a:ext cx="3771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8" name="直線單箭頭接點 227">
                <a:extLst>
                  <a:ext uri="{FF2B5EF4-FFF2-40B4-BE49-F238E27FC236}">
                    <a16:creationId xmlns:a16="http://schemas.microsoft.com/office/drawing/2014/main" id="{8FABB75B-CF96-42F3-97A0-A51516BFFBB6}"/>
                  </a:ext>
                </a:extLst>
              </p:cNvPr>
              <p:cNvCxnSpPr>
                <a:cxnSpLocks/>
                <a:stCxn id="189" idx="3"/>
              </p:cNvCxnSpPr>
              <p:nvPr/>
            </p:nvCxnSpPr>
            <p:spPr>
              <a:xfrm flipV="1">
                <a:off x="6159553" y="3533277"/>
                <a:ext cx="875193" cy="20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文字方塊 342">
                  <a:extLst>
                    <a:ext uri="{FF2B5EF4-FFF2-40B4-BE49-F238E27FC236}">
                      <a16:creationId xmlns:a16="http://schemas.microsoft.com/office/drawing/2014/main" id="{CE4A8B14-A473-4E5E-BAB4-9A4C1B0500E3}"/>
                    </a:ext>
                  </a:extLst>
                </p:cNvPr>
                <p:cNvSpPr txBox="1"/>
                <p:nvPr/>
              </p:nvSpPr>
              <p:spPr>
                <a:xfrm>
                  <a:off x="6623055" y="1929770"/>
                  <a:ext cx="558437" cy="3329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TW" sz="1400">
                            <a:solidFill>
                              <a:srgbClr val="FF0000"/>
                            </a:solidFill>
                          </a:rPr>
                          <m:t>×</m:t>
                        </m:r>
                        <m:r>
                          <a:rPr lang="zh-TW" altLang="en-US" sz="15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zh-TW" altLang="en-US" sz="15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15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sz="15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𝐿𝑒𝑎𝑟𝑛𝑎𝑏𝑙𝑒</m:t>
                        </m:r>
                        <m:r>
                          <a:rPr lang="en-US" altLang="zh-TW" sz="15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15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𝐿𝑎𝑦𝑒𝑟</m:t>
                        </m:r>
                        <m:r>
                          <a:rPr lang="en-US" altLang="zh-TW" sz="15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15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𝑆𝑐𝑎𝑙𝑒</m:t>
                        </m:r>
                        <m:r>
                          <a:rPr lang="en-US" altLang="zh-TW" sz="15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5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3" name="文字方塊 342">
                  <a:extLst>
                    <a:ext uri="{FF2B5EF4-FFF2-40B4-BE49-F238E27FC236}">
                      <a16:creationId xmlns:a16="http://schemas.microsoft.com/office/drawing/2014/main" id="{CE4A8B14-A473-4E5E-BAB4-9A4C1B050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055" y="1929770"/>
                  <a:ext cx="558437" cy="332912"/>
                </a:xfrm>
                <a:prstGeom prst="rect">
                  <a:avLst/>
                </a:prstGeom>
                <a:blipFill>
                  <a:blip r:embed="rId16"/>
                  <a:stretch>
                    <a:fillRect l="-168478" r="-167391" b="-740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0130B5BF-CBF7-443B-86FD-C72DFF2DA5E1}"/>
                </a:ext>
              </a:extLst>
            </p:cNvPr>
            <p:cNvSpPr txBox="1"/>
            <p:nvPr/>
          </p:nvSpPr>
          <p:spPr>
            <a:xfrm>
              <a:off x="5431230" y="2209751"/>
              <a:ext cx="89219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*n;*2</a:t>
              </a:r>
              <a:endPara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333C5B63-B81C-4EC3-A5ED-28FF72BF1CB6}"/>
                </a:ext>
              </a:extLst>
            </p:cNvPr>
            <p:cNvCxnSpPr>
              <a:cxnSpLocks/>
              <a:stCxn id="93" idx="3"/>
            </p:cNvCxnSpPr>
            <p:nvPr/>
          </p:nvCxnSpPr>
          <p:spPr>
            <a:xfrm flipV="1">
              <a:off x="6415399" y="2740172"/>
              <a:ext cx="297973" cy="21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90840FF8-AC17-A070-73BB-3781731BA048}"/>
                </a:ext>
              </a:extLst>
            </p:cNvPr>
            <p:cNvGrpSpPr/>
            <p:nvPr/>
          </p:nvGrpSpPr>
          <p:grpSpPr>
            <a:xfrm>
              <a:off x="3234608" y="3381445"/>
              <a:ext cx="7608498" cy="1280986"/>
              <a:chOff x="2387875" y="4161235"/>
              <a:chExt cx="7928568" cy="1280986"/>
            </a:xfrm>
          </p:grpSpPr>
          <p:sp>
            <p:nvSpPr>
              <p:cNvPr id="44" name="矩形: 圓角 43">
                <a:extLst>
                  <a:ext uri="{FF2B5EF4-FFF2-40B4-BE49-F238E27FC236}">
                    <a16:creationId xmlns:a16="http://schemas.microsoft.com/office/drawing/2014/main" id="{7FF02731-7C4A-BEB2-9811-12E237171F75}"/>
                  </a:ext>
                </a:extLst>
              </p:cNvPr>
              <p:cNvSpPr/>
              <p:nvPr/>
            </p:nvSpPr>
            <p:spPr>
              <a:xfrm>
                <a:off x="2387875" y="4161235"/>
                <a:ext cx="7928568" cy="128098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B9D9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grpSp>
            <p:nvGrpSpPr>
              <p:cNvPr id="31" name="群組 30">
                <a:extLst>
                  <a:ext uri="{FF2B5EF4-FFF2-40B4-BE49-F238E27FC236}">
                    <a16:creationId xmlns:a16="http://schemas.microsoft.com/office/drawing/2014/main" id="{E836D43B-21DC-4509-5101-96912142D44F}"/>
                  </a:ext>
                </a:extLst>
              </p:cNvPr>
              <p:cNvGrpSpPr/>
              <p:nvPr/>
            </p:nvGrpSpPr>
            <p:grpSpPr>
              <a:xfrm>
                <a:off x="2628579" y="4295370"/>
                <a:ext cx="7504536" cy="971094"/>
                <a:chOff x="1775695" y="421202"/>
                <a:chExt cx="7504536" cy="971094"/>
              </a:xfrm>
            </p:grpSpPr>
            <p:sp>
              <p:nvSpPr>
                <p:cNvPr id="3" name="矩形: 圓角 2">
                  <a:extLst>
                    <a:ext uri="{FF2B5EF4-FFF2-40B4-BE49-F238E27FC236}">
                      <a16:creationId xmlns:a16="http://schemas.microsoft.com/office/drawing/2014/main" id="{A9D4EF7E-4A4A-57BF-DB70-A61F7E2B872C}"/>
                    </a:ext>
                  </a:extLst>
                </p:cNvPr>
                <p:cNvSpPr/>
                <p:nvPr/>
              </p:nvSpPr>
              <p:spPr>
                <a:xfrm>
                  <a:off x="1775695" y="435366"/>
                  <a:ext cx="2984768" cy="956930"/>
                </a:xfrm>
                <a:prstGeom prst="roundRect">
                  <a:avLst/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4" name="矩形: 圓角 3">
                  <a:extLst>
                    <a:ext uri="{FF2B5EF4-FFF2-40B4-BE49-F238E27FC236}">
                      <a16:creationId xmlns:a16="http://schemas.microsoft.com/office/drawing/2014/main" id="{0F0B3EF2-5E5C-58CE-8896-DBDB0280E8AF}"/>
                    </a:ext>
                  </a:extLst>
                </p:cNvPr>
                <p:cNvSpPr/>
                <p:nvPr/>
              </p:nvSpPr>
              <p:spPr>
                <a:xfrm>
                  <a:off x="4844601" y="426841"/>
                  <a:ext cx="2984768" cy="956930"/>
                </a:xfrm>
                <a:prstGeom prst="roundRect">
                  <a:avLst/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5" name="矩形: 圓角 4">
                  <a:extLst>
                    <a:ext uri="{FF2B5EF4-FFF2-40B4-BE49-F238E27FC236}">
                      <a16:creationId xmlns:a16="http://schemas.microsoft.com/office/drawing/2014/main" id="{F9E53B80-FF64-A3FE-3AFD-1511BF6356F0}"/>
                    </a:ext>
                  </a:extLst>
                </p:cNvPr>
                <p:cNvSpPr/>
                <p:nvPr/>
              </p:nvSpPr>
              <p:spPr>
                <a:xfrm>
                  <a:off x="3405098" y="790248"/>
                  <a:ext cx="1239338" cy="411779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5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ABlock</a:t>
                  </a:r>
                  <a:endParaRPr lang="zh-TW" alt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" name="矩形: 圓角 5">
                  <a:extLst>
                    <a:ext uri="{FF2B5EF4-FFF2-40B4-BE49-F238E27FC236}">
                      <a16:creationId xmlns:a16="http://schemas.microsoft.com/office/drawing/2014/main" id="{080C8B41-1F1E-73D6-90A5-C87E59F98DCC}"/>
                    </a:ext>
                  </a:extLst>
                </p:cNvPr>
                <p:cNvSpPr/>
                <p:nvPr/>
              </p:nvSpPr>
              <p:spPr>
                <a:xfrm>
                  <a:off x="4950363" y="790248"/>
                  <a:ext cx="1239338" cy="411779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5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ABlock</a:t>
                  </a:r>
                  <a:endParaRPr lang="zh-TW" alt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" name="矩形: 圓角 7">
                  <a:extLst>
                    <a:ext uri="{FF2B5EF4-FFF2-40B4-BE49-F238E27FC236}">
                      <a16:creationId xmlns:a16="http://schemas.microsoft.com/office/drawing/2014/main" id="{60BD9156-B697-863F-167E-7D0EA47C97E8}"/>
                    </a:ext>
                  </a:extLst>
                </p:cNvPr>
                <p:cNvSpPr/>
                <p:nvPr/>
              </p:nvSpPr>
              <p:spPr>
                <a:xfrm>
                  <a:off x="1859833" y="790248"/>
                  <a:ext cx="1239338" cy="411779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5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ABlock</a:t>
                  </a:r>
                  <a:endParaRPr lang="zh-TW" alt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矩形: 圓角 8">
                  <a:extLst>
                    <a:ext uri="{FF2B5EF4-FFF2-40B4-BE49-F238E27FC236}">
                      <a16:creationId xmlns:a16="http://schemas.microsoft.com/office/drawing/2014/main" id="{63417BCA-708C-0043-78DE-97DF6F0E7ED0}"/>
                    </a:ext>
                  </a:extLst>
                </p:cNvPr>
                <p:cNvSpPr/>
                <p:nvPr/>
              </p:nvSpPr>
              <p:spPr>
                <a:xfrm>
                  <a:off x="6495628" y="790248"/>
                  <a:ext cx="1239338" cy="411779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5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ABlock</a:t>
                  </a:r>
                  <a:endParaRPr lang="zh-TW" alt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CC2B12F-3D58-6B38-551F-8452E482505D}"/>
                    </a:ext>
                  </a:extLst>
                </p:cNvPr>
                <p:cNvSpPr txBox="1"/>
                <p:nvPr/>
              </p:nvSpPr>
              <p:spPr>
                <a:xfrm>
                  <a:off x="2201461" y="421202"/>
                  <a:ext cx="2442975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TW" sz="15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y1</a:t>
                  </a:r>
                </a:p>
              </p:txBody>
            </p:sp>
            <p:sp>
              <p:nvSpPr>
                <p:cNvPr id="11" name="矩形: 圓角 10">
                  <a:extLst>
                    <a:ext uri="{FF2B5EF4-FFF2-40B4-BE49-F238E27FC236}">
                      <a16:creationId xmlns:a16="http://schemas.microsoft.com/office/drawing/2014/main" id="{9EDD722C-782C-3BF8-F96D-50963CD28A56}"/>
                    </a:ext>
                  </a:extLst>
                </p:cNvPr>
                <p:cNvSpPr/>
                <p:nvPr/>
              </p:nvSpPr>
              <p:spPr>
                <a:xfrm>
                  <a:off x="8040893" y="694631"/>
                  <a:ext cx="1239338" cy="619242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5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Concate</a:t>
                  </a:r>
                  <a:endPara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TW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(y0, y1, y2)</a:t>
                  </a:r>
                  <a:endParaRPr lang="zh-TW" alt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DCDA8834-38AD-C8C1-DDC1-9B738553FBF3}"/>
                    </a:ext>
                  </a:extLst>
                </p:cNvPr>
                <p:cNvSpPr txBox="1"/>
                <p:nvPr/>
              </p:nvSpPr>
              <p:spPr>
                <a:xfrm>
                  <a:off x="5327997" y="426841"/>
                  <a:ext cx="2442975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TW" sz="15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y2</a:t>
                  </a:r>
                </a:p>
              </p:txBody>
            </p:sp>
            <p:cxnSp>
              <p:nvCxnSpPr>
                <p:cNvPr id="14" name="直線單箭頭接點 13">
                  <a:extLst>
                    <a:ext uri="{FF2B5EF4-FFF2-40B4-BE49-F238E27FC236}">
                      <a16:creationId xmlns:a16="http://schemas.microsoft.com/office/drawing/2014/main" id="{EE73D19C-A71B-9366-3DDB-434F0E579C37}"/>
                    </a:ext>
                  </a:extLst>
                </p:cNvPr>
                <p:cNvCxnSpPr>
                  <a:stCxn id="8" idx="3"/>
                  <a:endCxn id="5" idx="1"/>
                </p:cNvCxnSpPr>
                <p:nvPr/>
              </p:nvCxnSpPr>
              <p:spPr>
                <a:xfrm>
                  <a:off x="3099171" y="996138"/>
                  <a:ext cx="30592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單箭頭接點 14">
                  <a:extLst>
                    <a:ext uri="{FF2B5EF4-FFF2-40B4-BE49-F238E27FC236}">
                      <a16:creationId xmlns:a16="http://schemas.microsoft.com/office/drawing/2014/main" id="{08B1B504-D22B-7719-6642-14A2A911917A}"/>
                    </a:ext>
                  </a:extLst>
                </p:cNvPr>
                <p:cNvCxnSpPr>
                  <a:stCxn id="5" idx="3"/>
                  <a:endCxn id="6" idx="1"/>
                </p:cNvCxnSpPr>
                <p:nvPr/>
              </p:nvCxnSpPr>
              <p:spPr>
                <a:xfrm>
                  <a:off x="4644436" y="996138"/>
                  <a:ext cx="30592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線單箭頭接點 15">
                  <a:extLst>
                    <a:ext uri="{FF2B5EF4-FFF2-40B4-BE49-F238E27FC236}">
                      <a16:creationId xmlns:a16="http://schemas.microsoft.com/office/drawing/2014/main" id="{75CB1D1D-961C-93B7-0CB8-9CA1D590AC60}"/>
                    </a:ext>
                  </a:extLst>
                </p:cNvPr>
                <p:cNvCxnSpPr>
                  <a:stCxn id="6" idx="3"/>
                  <a:endCxn id="9" idx="1"/>
                </p:cNvCxnSpPr>
                <p:nvPr/>
              </p:nvCxnSpPr>
              <p:spPr>
                <a:xfrm>
                  <a:off x="6189701" y="996138"/>
                  <a:ext cx="30592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單箭頭接點 17">
                  <a:extLst>
                    <a:ext uri="{FF2B5EF4-FFF2-40B4-BE49-F238E27FC236}">
                      <a16:creationId xmlns:a16="http://schemas.microsoft.com/office/drawing/2014/main" id="{B4452583-3E10-B4E1-3832-3680B48979C4}"/>
                    </a:ext>
                  </a:extLst>
                </p:cNvPr>
                <p:cNvCxnSpPr>
                  <a:cxnSpLocks/>
                  <a:stCxn id="9" idx="3"/>
                </p:cNvCxnSpPr>
                <p:nvPr/>
              </p:nvCxnSpPr>
              <p:spPr>
                <a:xfrm>
                  <a:off x="7734966" y="996138"/>
                  <a:ext cx="305927" cy="31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332D3D-93A5-8F53-B708-325032E954D6}"/>
                </a:ext>
              </a:extLst>
            </p:cNvPr>
            <p:cNvSpPr/>
            <p:nvPr/>
          </p:nvSpPr>
          <p:spPr>
            <a:xfrm>
              <a:off x="2917112" y="1771650"/>
              <a:ext cx="8103313" cy="4457700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942783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字方塊 59">
            <a:extLst>
              <a:ext uri="{FF2B5EF4-FFF2-40B4-BE49-F238E27FC236}">
                <a16:creationId xmlns:a16="http://schemas.microsoft.com/office/drawing/2014/main" id="{A708F777-3615-B3D6-4009-600321931E09}"/>
              </a:ext>
            </a:extLst>
          </p:cNvPr>
          <p:cNvSpPr txBox="1"/>
          <p:nvPr/>
        </p:nvSpPr>
        <p:spPr>
          <a:xfrm>
            <a:off x="422729" y="848481"/>
            <a:ext cx="24429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Neck</a:t>
            </a: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9B6C247D-A2B2-82D1-D589-538FB53D77F9}"/>
              </a:ext>
            </a:extLst>
          </p:cNvPr>
          <p:cNvSpPr txBox="1"/>
          <p:nvPr/>
        </p:nvSpPr>
        <p:spPr>
          <a:xfrm>
            <a:off x="5257044" y="694739"/>
            <a:ext cx="6096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denotes the learnable attention scaling parameter (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attn_scale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r"/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: Concatenation </a:t>
            </a:r>
          </a:p>
          <a:p>
            <a:pPr algn="r"/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: Residual Addition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A8C3955C-03F8-FA54-3428-A4B46504BD93}"/>
              </a:ext>
            </a:extLst>
          </p:cNvPr>
          <p:cNvGrpSpPr/>
          <p:nvPr/>
        </p:nvGrpSpPr>
        <p:grpSpPr>
          <a:xfrm>
            <a:off x="576163" y="1800225"/>
            <a:ext cx="11193109" cy="4384468"/>
            <a:chOff x="576163" y="1800225"/>
            <a:chExt cx="11193109" cy="4384468"/>
          </a:xfrm>
        </p:grpSpPr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CAB9C7A8-9BF1-3A63-2E38-0EFBDB1FB4EC}"/>
                </a:ext>
              </a:extLst>
            </p:cNvPr>
            <p:cNvGrpSpPr/>
            <p:nvPr/>
          </p:nvGrpSpPr>
          <p:grpSpPr>
            <a:xfrm>
              <a:off x="576163" y="1995054"/>
              <a:ext cx="11193109" cy="4014466"/>
              <a:chOff x="103382" y="865724"/>
              <a:chExt cx="11193109" cy="40144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文字方塊 209">
                    <a:extLst>
                      <a:ext uri="{FF2B5EF4-FFF2-40B4-BE49-F238E27FC236}">
                        <a16:creationId xmlns:a16="http://schemas.microsoft.com/office/drawing/2014/main" id="{01AE31D9-2636-4020-AD7B-88D621FFE9B0}"/>
                      </a:ext>
                    </a:extLst>
                  </p:cNvPr>
                  <p:cNvSpPr txBox="1"/>
                  <p:nvPr/>
                </p:nvSpPr>
                <p:spPr>
                  <a:xfrm>
                    <a:off x="103382" y="1493683"/>
                    <a:ext cx="1391194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5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0" name="文字方塊 209">
                    <a:extLst>
                      <a:ext uri="{FF2B5EF4-FFF2-40B4-BE49-F238E27FC236}">
                        <a16:creationId xmlns:a16="http://schemas.microsoft.com/office/drawing/2014/main" id="{01AE31D9-2636-4020-AD7B-88D621FFE9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382" y="1493683"/>
                    <a:ext cx="1391194" cy="3231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1" name="矩形: 圓角 210">
                <a:extLst>
                  <a:ext uri="{FF2B5EF4-FFF2-40B4-BE49-F238E27FC236}">
                    <a16:creationId xmlns:a16="http://schemas.microsoft.com/office/drawing/2014/main" id="{7EF3D333-D1A4-4714-9EE8-AFEA3B42653F}"/>
                  </a:ext>
                </a:extLst>
              </p:cNvPr>
              <p:cNvSpPr/>
              <p:nvPr/>
            </p:nvSpPr>
            <p:spPr>
              <a:xfrm>
                <a:off x="1003019" y="1625388"/>
                <a:ext cx="1391193" cy="396785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Conv(k=1)</a:t>
                </a:r>
                <a:endParaRPr lang="zh-TW" alt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2" name="矩形: 圓角 211">
                <a:extLst>
                  <a:ext uri="{FF2B5EF4-FFF2-40B4-BE49-F238E27FC236}">
                    <a16:creationId xmlns:a16="http://schemas.microsoft.com/office/drawing/2014/main" id="{48C1CD14-BB60-43F6-BF99-CE6F7CA2FAF4}"/>
                  </a:ext>
                </a:extLst>
              </p:cNvPr>
              <p:cNvSpPr/>
              <p:nvPr/>
            </p:nvSpPr>
            <p:spPr>
              <a:xfrm>
                <a:off x="938050" y="865724"/>
                <a:ext cx="9442309" cy="1475485"/>
              </a:xfrm>
              <a:prstGeom prst="round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14" name="矩形: 圓角 213">
                <a:extLst>
                  <a:ext uri="{FF2B5EF4-FFF2-40B4-BE49-F238E27FC236}">
                    <a16:creationId xmlns:a16="http://schemas.microsoft.com/office/drawing/2014/main" id="{D79A101C-998A-464D-86D8-6953FECE95A5}"/>
                  </a:ext>
                </a:extLst>
              </p:cNvPr>
              <p:cNvSpPr/>
              <p:nvPr/>
            </p:nvSpPr>
            <p:spPr>
              <a:xfrm>
                <a:off x="5284381" y="1625387"/>
                <a:ext cx="1391193" cy="396785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Conv(k=1)</a:t>
                </a:r>
                <a:endParaRPr lang="zh-TW" alt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" name="文字方塊 214">
                    <a:extLst>
                      <a:ext uri="{FF2B5EF4-FFF2-40B4-BE49-F238E27FC236}">
                        <a16:creationId xmlns:a16="http://schemas.microsoft.com/office/drawing/2014/main" id="{D7184425-56C5-4890-96C1-48C4A01A7351}"/>
                      </a:ext>
                    </a:extLst>
                  </p:cNvPr>
                  <p:cNvSpPr txBox="1"/>
                  <p:nvPr/>
                </p:nvSpPr>
                <p:spPr>
                  <a:xfrm>
                    <a:off x="9905297" y="1479039"/>
                    <a:ext cx="1391194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5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5" name="文字方塊 214">
                    <a:extLst>
                      <a:ext uri="{FF2B5EF4-FFF2-40B4-BE49-F238E27FC236}">
                        <a16:creationId xmlns:a16="http://schemas.microsoft.com/office/drawing/2014/main" id="{D7184425-56C5-4890-96C1-48C4A01A73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05297" y="1479039"/>
                    <a:ext cx="1391194" cy="3231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7" name="群組 76">
                <a:extLst>
                  <a:ext uri="{FF2B5EF4-FFF2-40B4-BE49-F238E27FC236}">
                    <a16:creationId xmlns:a16="http://schemas.microsoft.com/office/drawing/2014/main" id="{9758F482-F01B-44AC-A72E-989F87DFF662}"/>
                  </a:ext>
                </a:extLst>
              </p:cNvPr>
              <p:cNvGrpSpPr/>
              <p:nvPr/>
            </p:nvGrpSpPr>
            <p:grpSpPr>
              <a:xfrm>
                <a:off x="7325375" y="1654009"/>
                <a:ext cx="313100" cy="323165"/>
                <a:chOff x="9527872" y="3222510"/>
                <a:chExt cx="313100" cy="323165"/>
              </a:xfrm>
            </p:grpSpPr>
            <p:sp>
              <p:nvSpPr>
                <p:cNvPr id="78" name="流程圖: 接點 77">
                  <a:extLst>
                    <a:ext uri="{FF2B5EF4-FFF2-40B4-BE49-F238E27FC236}">
                      <a16:creationId xmlns:a16="http://schemas.microsoft.com/office/drawing/2014/main" id="{14CB5EA0-B4B3-42E3-A48E-6780B1F98C47}"/>
                    </a:ext>
                  </a:extLst>
                </p:cNvPr>
                <p:cNvSpPr/>
                <p:nvPr/>
              </p:nvSpPr>
              <p:spPr>
                <a:xfrm>
                  <a:off x="9527872" y="3222510"/>
                  <a:ext cx="268806" cy="284494"/>
                </a:xfrm>
                <a:prstGeom prst="flowChartConnector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984F8AF6-E1E4-469A-8697-C8D34E61B0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27872" y="3222510"/>
                      <a:ext cx="3131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TW" sz="15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oMath>
                        </m:oMathPara>
                      </a14:m>
                      <a:endParaRPr lang="en-US" altLang="zh-TW" sz="1500" dirty="0"/>
                    </a:p>
                  </p:txBody>
                </p:sp>
              </mc:Choice>
              <mc:Fallback xmlns="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984F8AF6-E1E4-469A-8697-C8D34E61B0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27872" y="3222510"/>
                      <a:ext cx="313100" cy="3231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80" name="直線單箭頭接點 79">
                <a:extLst>
                  <a:ext uri="{FF2B5EF4-FFF2-40B4-BE49-F238E27FC236}">
                    <a16:creationId xmlns:a16="http://schemas.microsoft.com/office/drawing/2014/main" id="{645BFA6C-AD3C-4ABF-9013-684D1BDE6D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7939" y="1802204"/>
                <a:ext cx="3771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接點: 肘形 86">
                <a:extLst>
                  <a:ext uri="{FF2B5EF4-FFF2-40B4-BE49-F238E27FC236}">
                    <a16:creationId xmlns:a16="http://schemas.microsoft.com/office/drawing/2014/main" id="{B6893023-622E-4A9D-8818-EE52E820E83A}"/>
                  </a:ext>
                </a:extLst>
              </p:cNvPr>
              <p:cNvCxnSpPr>
                <a:cxnSpLocks/>
                <a:endCxn id="79" idx="0"/>
              </p:cNvCxnSpPr>
              <p:nvPr/>
            </p:nvCxnSpPr>
            <p:spPr>
              <a:xfrm flipV="1">
                <a:off x="641488" y="1654009"/>
                <a:ext cx="6840437" cy="115138"/>
              </a:xfrm>
              <a:prstGeom prst="bentConnector4">
                <a:avLst>
                  <a:gd name="adj1" fmla="val 152"/>
                  <a:gd name="adj2" fmla="val 440142"/>
                </a:avLst>
              </a:prstGeom>
              <a:ln>
                <a:prstDash val="lg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3" name="矩形: 圓角 92">
                <a:extLst>
                  <a:ext uri="{FF2B5EF4-FFF2-40B4-BE49-F238E27FC236}">
                    <a16:creationId xmlns:a16="http://schemas.microsoft.com/office/drawing/2014/main" id="{BB3E0B6F-0C43-4C92-B7CB-C0825AA40E56}"/>
                  </a:ext>
                </a:extLst>
              </p:cNvPr>
              <p:cNvSpPr/>
              <p:nvPr/>
            </p:nvSpPr>
            <p:spPr>
              <a:xfrm>
                <a:off x="3268571" y="1619834"/>
                <a:ext cx="1095149" cy="411779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C3k</a:t>
                </a:r>
                <a:r>
                  <a:rPr lang="zh-TW" alt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4542BEE9-E033-4677-93FF-51EC6C543CDC}"/>
                  </a:ext>
                </a:extLst>
              </p:cNvPr>
              <p:cNvCxnSpPr>
                <a:cxnSpLocks/>
                <a:stCxn id="211" idx="3"/>
                <a:endCxn id="93" idx="1"/>
              </p:cNvCxnSpPr>
              <p:nvPr/>
            </p:nvCxnSpPr>
            <p:spPr>
              <a:xfrm>
                <a:off x="2394212" y="1823781"/>
                <a:ext cx="874359" cy="19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05272F31-DA33-4F94-A3FD-F348961B386B}"/>
                      </a:ext>
                    </a:extLst>
                  </p:cNvPr>
                  <p:cNvSpPr txBox="1"/>
                  <p:nvPr/>
                </p:nvSpPr>
                <p:spPr>
                  <a:xfrm>
                    <a:off x="5343257" y="1283748"/>
                    <a:ext cx="1156616" cy="3418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*</a:t>
                    </a:r>
                    <a14:m>
                      <m:oMath xmlns:m="http://schemas.openxmlformats.org/officeDocument/2006/math">
                        <m:r>
                          <a:rPr lang="en-US" altLang="zh-TW" sz="1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zh-TW" sz="15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altLang="zh-TW" sz="15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𝑤𝑒𝑖𝑔h𝑡</m:t>
                            </m:r>
                          </m:sub>
                        </m:sSub>
                      </m:oMath>
                    </a14:m>
                    <a:endParaRPr lang="en-US" altLang="zh-TW" sz="15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05272F31-DA33-4F94-A3FD-F348961B38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43257" y="1283748"/>
                    <a:ext cx="1156616" cy="34188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3571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3" name="文字方塊 342">
                    <a:extLst>
                      <a:ext uri="{FF2B5EF4-FFF2-40B4-BE49-F238E27FC236}">
                        <a16:creationId xmlns:a16="http://schemas.microsoft.com/office/drawing/2014/main" id="{CE4A8B14-A473-4E5E-BAB4-9A4C1B0500E3}"/>
                      </a:ext>
                    </a:extLst>
                  </p:cNvPr>
                  <p:cNvSpPr txBox="1"/>
                  <p:nvPr/>
                </p:nvSpPr>
                <p:spPr>
                  <a:xfrm>
                    <a:off x="5482491" y="940050"/>
                    <a:ext cx="558437" cy="33291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zh-TW" sz="1600" smtClean="0">
                              <a:solidFill>
                                <a:srgbClr val="FF0000"/>
                              </a:solidFill>
                            </a:rPr>
                            <m:t>×</m:t>
                          </m:r>
                          <m:r>
                            <a:rPr lang="zh-TW" altLang="en-US" sz="15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zh-TW" altLang="en-US" sz="1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sz="1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1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𝐿𝑒𝑎𝑟𝑛𝑎𝑏𝑙𝑒</m:t>
                          </m:r>
                          <m:r>
                            <a:rPr lang="en-US" altLang="zh-TW" sz="1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sz="1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𝐿𝑎𝑦𝑒𝑟</m:t>
                          </m:r>
                          <m:r>
                            <a:rPr lang="en-US" altLang="zh-TW" sz="1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sz="1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𝑆𝑐𝑎𝑙𝑒</m:t>
                          </m:r>
                          <m:r>
                            <a:rPr lang="en-US" altLang="zh-TW" sz="1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5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3" name="文字方塊 342">
                    <a:extLst>
                      <a:ext uri="{FF2B5EF4-FFF2-40B4-BE49-F238E27FC236}">
                        <a16:creationId xmlns:a16="http://schemas.microsoft.com/office/drawing/2014/main" id="{CE4A8B14-A473-4E5E-BAB4-9A4C1B0500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2491" y="940050"/>
                    <a:ext cx="558437" cy="33291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70652" r="-169565" b="-1090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0130B5BF-CBF7-443B-86FD-C72DFF2DA5E1}"/>
                  </a:ext>
                </a:extLst>
              </p:cNvPr>
              <p:cNvSpPr txBox="1"/>
              <p:nvPr/>
            </p:nvSpPr>
            <p:spPr>
              <a:xfrm>
                <a:off x="3332311" y="1282153"/>
                <a:ext cx="89219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*n;*2</a:t>
                </a:r>
                <a:endParaRPr lang="zh-TW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" name="直線單箭頭接點 11">
                <a:extLst>
                  <a:ext uri="{FF2B5EF4-FFF2-40B4-BE49-F238E27FC236}">
                    <a16:creationId xmlns:a16="http://schemas.microsoft.com/office/drawing/2014/main" id="{333C5B63-B81C-4EC3-A5ED-28FF72BF1CB6}"/>
                  </a:ext>
                </a:extLst>
              </p:cNvPr>
              <p:cNvCxnSpPr>
                <a:cxnSpLocks/>
                <a:stCxn id="93" idx="3"/>
                <a:endCxn id="214" idx="1"/>
              </p:cNvCxnSpPr>
              <p:nvPr/>
            </p:nvCxnSpPr>
            <p:spPr>
              <a:xfrm flipV="1">
                <a:off x="4363720" y="1823780"/>
                <a:ext cx="920661" cy="19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3F7D67DF-AAA4-42CC-BBCB-B0B153B7A83F}"/>
                  </a:ext>
                </a:extLst>
              </p:cNvPr>
              <p:cNvSpPr txBox="1"/>
              <p:nvPr/>
            </p:nvSpPr>
            <p:spPr>
              <a:xfrm>
                <a:off x="7803961" y="912823"/>
                <a:ext cx="202297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altLang="zh-TW" sz="15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×β</a:t>
                </a:r>
                <a:r>
                  <a:rPr lang="zh-TW" altLang="en-US" sz="15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altLang="zh-TW" sz="1500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500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Learnable)</a:t>
                </a:r>
              </a:p>
            </p:txBody>
          </p:sp>
          <p:sp>
            <p:nvSpPr>
              <p:cNvPr id="99" name="矩形: 圓角 98">
                <a:extLst>
                  <a:ext uri="{FF2B5EF4-FFF2-40B4-BE49-F238E27FC236}">
                    <a16:creationId xmlns:a16="http://schemas.microsoft.com/office/drawing/2014/main" id="{A9DDA7B7-4F17-4301-853F-1AC48149F01E}"/>
                  </a:ext>
                </a:extLst>
              </p:cNvPr>
              <p:cNvSpPr/>
              <p:nvPr/>
            </p:nvSpPr>
            <p:spPr>
              <a:xfrm>
                <a:off x="7906292" y="1581038"/>
                <a:ext cx="1489166" cy="468632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Manhattan </a:t>
                </a:r>
              </a:p>
              <a:p>
                <a:pPr algn="ctr"/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</a:t>
                </a:r>
              </a:p>
            </p:txBody>
          </p:sp>
          <p:grpSp>
            <p:nvGrpSpPr>
              <p:cNvPr id="106" name="群組 105">
                <a:extLst>
                  <a:ext uri="{FF2B5EF4-FFF2-40B4-BE49-F238E27FC236}">
                    <a16:creationId xmlns:a16="http://schemas.microsoft.com/office/drawing/2014/main" id="{6AE08539-FF4A-467E-9138-93343270D0B6}"/>
                  </a:ext>
                </a:extLst>
              </p:cNvPr>
              <p:cNvGrpSpPr/>
              <p:nvPr/>
            </p:nvGrpSpPr>
            <p:grpSpPr>
              <a:xfrm>
                <a:off x="9709250" y="1659912"/>
                <a:ext cx="313100" cy="323165"/>
                <a:chOff x="9527872" y="3222510"/>
                <a:chExt cx="313100" cy="323165"/>
              </a:xfrm>
            </p:grpSpPr>
            <p:sp>
              <p:nvSpPr>
                <p:cNvPr id="107" name="流程圖: 接點 106">
                  <a:extLst>
                    <a:ext uri="{FF2B5EF4-FFF2-40B4-BE49-F238E27FC236}">
                      <a16:creationId xmlns:a16="http://schemas.microsoft.com/office/drawing/2014/main" id="{2920460B-2AE7-42E5-BE38-D5AAD4CD3021}"/>
                    </a:ext>
                  </a:extLst>
                </p:cNvPr>
                <p:cNvSpPr/>
                <p:nvPr/>
              </p:nvSpPr>
              <p:spPr>
                <a:xfrm>
                  <a:off x="9527872" y="3222510"/>
                  <a:ext cx="268806" cy="284494"/>
                </a:xfrm>
                <a:prstGeom prst="flowChartConnector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8" name="文字方塊 107">
                      <a:extLst>
                        <a:ext uri="{FF2B5EF4-FFF2-40B4-BE49-F238E27FC236}">
                          <a16:creationId xmlns:a16="http://schemas.microsoft.com/office/drawing/2014/main" id="{43D64E9D-9E99-44F8-94ED-D780E714DF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27872" y="3222510"/>
                      <a:ext cx="313100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TW" sz="15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oMath>
                        </m:oMathPara>
                      </a14:m>
                      <a:endParaRPr lang="en-US" altLang="zh-TW" sz="1500" dirty="0"/>
                    </a:p>
                  </p:txBody>
                </p:sp>
              </mc:Choice>
              <mc:Fallback xmlns="">
                <p:sp>
                  <p:nvSpPr>
                    <p:cNvPr id="108" name="文字方塊 107">
                      <a:extLst>
                        <a:ext uri="{FF2B5EF4-FFF2-40B4-BE49-F238E27FC236}">
                          <a16:creationId xmlns:a16="http://schemas.microsoft.com/office/drawing/2014/main" id="{43D64E9D-9E99-44F8-94ED-D780E714DFA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27872" y="3222510"/>
                      <a:ext cx="313100" cy="3231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27" name="直線單箭頭接點 126">
                <a:extLst>
                  <a:ext uri="{FF2B5EF4-FFF2-40B4-BE49-F238E27FC236}">
                    <a16:creationId xmlns:a16="http://schemas.microsoft.com/office/drawing/2014/main" id="{E8851315-9EF7-4906-BA76-4799D2AD19F5}"/>
                  </a:ext>
                </a:extLst>
              </p:cNvPr>
              <p:cNvCxnSpPr>
                <a:cxnSpLocks/>
                <a:stCxn id="108" idx="3"/>
              </p:cNvCxnSpPr>
              <p:nvPr/>
            </p:nvCxnSpPr>
            <p:spPr>
              <a:xfrm>
                <a:off x="10022350" y="1821495"/>
                <a:ext cx="8579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4" name="群組 53">
                <a:extLst>
                  <a:ext uri="{FF2B5EF4-FFF2-40B4-BE49-F238E27FC236}">
                    <a16:creationId xmlns:a16="http://schemas.microsoft.com/office/drawing/2014/main" id="{84A8970F-999A-EA39-16AF-7C22A4E99D0C}"/>
                  </a:ext>
                </a:extLst>
              </p:cNvPr>
              <p:cNvGrpSpPr/>
              <p:nvPr/>
            </p:nvGrpSpPr>
            <p:grpSpPr>
              <a:xfrm>
                <a:off x="195721" y="2483643"/>
                <a:ext cx="8455154" cy="1123185"/>
                <a:chOff x="670936" y="2626687"/>
                <a:chExt cx="8455154" cy="1123185"/>
              </a:xfrm>
            </p:grpSpPr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C4FF1F70-2550-CFAC-2894-B4EDA1568F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5604" y="2626687"/>
                  <a:ext cx="6698513" cy="1123185"/>
                </a:xfrm>
                <a:prstGeom prst="rect">
                  <a:avLst/>
                </a:prstGeom>
              </p:spPr>
            </p:pic>
            <p:grpSp>
              <p:nvGrpSpPr>
                <p:cNvPr id="145" name="群組 144">
                  <a:extLst>
                    <a:ext uri="{FF2B5EF4-FFF2-40B4-BE49-F238E27FC236}">
                      <a16:creationId xmlns:a16="http://schemas.microsoft.com/office/drawing/2014/main" id="{73A378C6-B0C2-4E23-B822-E0EFB9000100}"/>
                    </a:ext>
                  </a:extLst>
                </p:cNvPr>
                <p:cNvGrpSpPr/>
                <p:nvPr/>
              </p:nvGrpSpPr>
              <p:grpSpPr>
                <a:xfrm>
                  <a:off x="670936" y="2646392"/>
                  <a:ext cx="8455154" cy="968839"/>
                  <a:chOff x="1597381" y="3200705"/>
                  <a:chExt cx="8455154" cy="968839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6" name="文字方塊 145">
                        <a:extLst>
                          <a:ext uri="{FF2B5EF4-FFF2-40B4-BE49-F238E27FC236}">
                            <a16:creationId xmlns:a16="http://schemas.microsoft.com/office/drawing/2014/main" id="{7EB21436-D679-49A3-BF39-8FC4E011208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7381" y="3656098"/>
                        <a:ext cx="1391194" cy="3231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altLang="zh-TW" sz="15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0" name="文字方塊 209">
                        <a:extLst>
                          <a:ext uri="{FF2B5EF4-FFF2-40B4-BE49-F238E27FC236}">
                            <a16:creationId xmlns:a16="http://schemas.microsoft.com/office/drawing/2014/main" id="{01AE31D9-2636-4020-AD7B-88D621FFE9B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97381" y="3656098"/>
                        <a:ext cx="1391194" cy="323165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47" name="矩形: 圓角 146">
                    <a:extLst>
                      <a:ext uri="{FF2B5EF4-FFF2-40B4-BE49-F238E27FC236}">
                        <a16:creationId xmlns:a16="http://schemas.microsoft.com/office/drawing/2014/main" id="{167123F5-F22A-4A10-9A1C-3CB0A894C236}"/>
                      </a:ext>
                    </a:extLst>
                  </p:cNvPr>
                  <p:cNvSpPr/>
                  <p:nvPr/>
                </p:nvSpPr>
                <p:spPr>
                  <a:xfrm>
                    <a:off x="2518819" y="3772759"/>
                    <a:ext cx="1391193" cy="396785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Conv(k=1)</a:t>
                    </a:r>
                    <a:endParaRPr lang="zh-TW" altLang="en-US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49" name="群組 148">
                    <a:extLst>
                      <a:ext uri="{FF2B5EF4-FFF2-40B4-BE49-F238E27FC236}">
                        <a16:creationId xmlns:a16="http://schemas.microsoft.com/office/drawing/2014/main" id="{EBB3BAFA-EEC0-42CF-9BC3-EE97058C52BD}"/>
                      </a:ext>
                    </a:extLst>
                  </p:cNvPr>
                  <p:cNvGrpSpPr/>
                  <p:nvPr/>
                </p:nvGrpSpPr>
                <p:grpSpPr>
                  <a:xfrm>
                    <a:off x="7129488" y="3806139"/>
                    <a:ext cx="313100" cy="323165"/>
                    <a:chOff x="9527872" y="3222510"/>
                    <a:chExt cx="313100" cy="323165"/>
                  </a:xfrm>
                </p:grpSpPr>
                <p:sp>
                  <p:nvSpPr>
                    <p:cNvPr id="164" name="流程圖: 接點 163">
                      <a:extLst>
                        <a:ext uri="{FF2B5EF4-FFF2-40B4-BE49-F238E27FC236}">
                          <a16:creationId xmlns:a16="http://schemas.microsoft.com/office/drawing/2014/main" id="{87C4FF56-FC13-49D6-B46F-87F12FBB06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27872" y="3222510"/>
                      <a:ext cx="268806" cy="284494"/>
                    </a:xfrm>
                    <a:prstGeom prst="flowChartConnector">
                      <a:avLst/>
                    </a:prstGeom>
                    <a:noFill/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35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65" name="文字方塊 164">
                          <a:extLst>
                            <a:ext uri="{FF2B5EF4-FFF2-40B4-BE49-F238E27FC236}">
                              <a16:creationId xmlns:a16="http://schemas.microsoft.com/office/drawing/2014/main" id="{FF8D4769-DA0E-4BCE-8BF1-E8494C51784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527872" y="3222510"/>
                          <a:ext cx="313100" cy="3231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1500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en-US" altLang="zh-TW" sz="1500" dirty="0"/>
                        </a:p>
                      </p:txBody>
                    </p:sp>
                  </mc:Choice>
                  <mc:Fallback xmlns="">
                    <p:sp>
                      <p:nvSpPr>
                        <p:cNvPr id="226" name="文字方塊 225">
                          <a:extLst>
                            <a:ext uri="{FF2B5EF4-FFF2-40B4-BE49-F238E27FC236}">
                              <a16:creationId xmlns:a16="http://schemas.microsoft.com/office/drawing/2014/main" id="{4883DFF8-9743-4A98-9BAB-7DA18B0C5B9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527872" y="3222510"/>
                          <a:ext cx="313100" cy="323165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TW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50" name="矩形: 圓角 149">
                    <a:extLst>
                      <a:ext uri="{FF2B5EF4-FFF2-40B4-BE49-F238E27FC236}">
                        <a16:creationId xmlns:a16="http://schemas.microsoft.com/office/drawing/2014/main" id="{B4C296FB-AF59-4A86-9AB3-8DAE4D018D68}"/>
                      </a:ext>
                    </a:extLst>
                  </p:cNvPr>
                  <p:cNvSpPr/>
                  <p:nvPr/>
                </p:nvSpPr>
                <p:spPr>
                  <a:xfrm>
                    <a:off x="7645060" y="3768329"/>
                    <a:ext cx="1391193" cy="396785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Conv(k=1)</a:t>
                    </a:r>
                    <a:endParaRPr lang="zh-TW" altLang="en-US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4" name="文字方塊 153">
                        <a:extLst>
                          <a:ext uri="{FF2B5EF4-FFF2-40B4-BE49-F238E27FC236}">
                            <a16:creationId xmlns:a16="http://schemas.microsoft.com/office/drawing/2014/main" id="{9A6FE10D-968F-4939-AA6E-433217BF900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661341" y="3656098"/>
                        <a:ext cx="1391194" cy="30008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out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altLang="zh-TW" sz="135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5" name="文字方塊 214">
                        <a:extLst>
                          <a:ext uri="{FF2B5EF4-FFF2-40B4-BE49-F238E27FC236}">
                            <a16:creationId xmlns:a16="http://schemas.microsoft.com/office/drawing/2014/main" id="{D7184425-56C5-4890-96C1-48C4A01A735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661341" y="3656098"/>
                        <a:ext cx="1391194" cy="300082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55" name="直線單箭頭接點 154">
                    <a:extLst>
                      <a:ext uri="{FF2B5EF4-FFF2-40B4-BE49-F238E27FC236}">
                        <a16:creationId xmlns:a16="http://schemas.microsoft.com/office/drawing/2014/main" id="{9CA293BC-6701-4AC4-9B0F-55C6DC6F1251}"/>
                      </a:ext>
                    </a:extLst>
                  </p:cNvPr>
                  <p:cNvCxnSpPr>
                    <a:cxnSpLocks/>
                    <a:stCxn id="147" idx="3"/>
                    <a:endCxn id="165" idx="1"/>
                  </p:cNvCxnSpPr>
                  <p:nvPr/>
                </p:nvCxnSpPr>
                <p:spPr>
                  <a:xfrm flipV="1">
                    <a:off x="3910012" y="3967722"/>
                    <a:ext cx="3219476" cy="343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直線單箭頭接點 155">
                    <a:extLst>
                      <a:ext uri="{FF2B5EF4-FFF2-40B4-BE49-F238E27FC236}">
                        <a16:creationId xmlns:a16="http://schemas.microsoft.com/office/drawing/2014/main" id="{B6F0436F-C649-4C74-A201-A899D2F0BAD5}"/>
                      </a:ext>
                    </a:extLst>
                  </p:cNvPr>
                  <p:cNvCxnSpPr>
                    <a:stCxn id="165" idx="3"/>
                    <a:endCxn id="150" idx="1"/>
                  </p:cNvCxnSpPr>
                  <p:nvPr/>
                </p:nvCxnSpPr>
                <p:spPr>
                  <a:xfrm flipV="1">
                    <a:off x="7442588" y="3966722"/>
                    <a:ext cx="202472" cy="10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接點: 肘形 156">
                    <a:extLst>
                      <a:ext uri="{FF2B5EF4-FFF2-40B4-BE49-F238E27FC236}">
                        <a16:creationId xmlns:a16="http://schemas.microsoft.com/office/drawing/2014/main" id="{5F196A3B-97BC-4684-9DB7-0F70FE13B6AC}"/>
                      </a:ext>
                    </a:extLst>
                  </p:cNvPr>
                  <p:cNvCxnSpPr>
                    <a:cxnSpLocks/>
                    <a:stCxn id="162" idx="3"/>
                    <a:endCxn id="165" idx="0"/>
                  </p:cNvCxnSpPr>
                  <p:nvPr/>
                </p:nvCxnSpPr>
                <p:spPr>
                  <a:xfrm>
                    <a:off x="6723088" y="3509297"/>
                    <a:ext cx="562950" cy="296842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直線單箭頭接點 157">
                    <a:extLst>
                      <a:ext uri="{FF2B5EF4-FFF2-40B4-BE49-F238E27FC236}">
                        <a16:creationId xmlns:a16="http://schemas.microsoft.com/office/drawing/2014/main" id="{CEB9B787-D4FC-47D1-BAB8-D1C45F4C1AF8}"/>
                      </a:ext>
                    </a:extLst>
                  </p:cNvPr>
                  <p:cNvCxnSpPr>
                    <a:stCxn id="150" idx="3"/>
                  </p:cNvCxnSpPr>
                  <p:nvPr/>
                </p:nvCxnSpPr>
                <p:spPr>
                  <a:xfrm flipV="1">
                    <a:off x="9036253" y="3966721"/>
                    <a:ext cx="491258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9" name="文字方塊 158">
                    <a:extLst>
                      <a:ext uri="{FF2B5EF4-FFF2-40B4-BE49-F238E27FC236}">
                        <a16:creationId xmlns:a16="http://schemas.microsoft.com/office/drawing/2014/main" id="{ABB35B1C-C6F2-4443-B338-BA5F9395E65C}"/>
                      </a:ext>
                    </a:extLst>
                  </p:cNvPr>
                  <p:cNvSpPr txBox="1"/>
                  <p:nvPr/>
                </p:nvSpPr>
                <p:spPr>
                  <a:xfrm>
                    <a:off x="7645061" y="3200705"/>
                    <a:ext cx="1485502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zh-TW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C3k</a:t>
                    </a:r>
                    <a:endParaRPr lang="zh-TW" altLang="en-US" sz="15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0" name="矩形: 圓角 159">
                    <a:extLst>
                      <a:ext uri="{FF2B5EF4-FFF2-40B4-BE49-F238E27FC236}">
                        <a16:creationId xmlns:a16="http://schemas.microsoft.com/office/drawing/2014/main" id="{3B7BEFE7-7B17-4AB7-B402-9CEF8E18ADB6}"/>
                      </a:ext>
                    </a:extLst>
                  </p:cNvPr>
                  <p:cNvSpPr/>
                  <p:nvPr/>
                </p:nvSpPr>
                <p:spPr>
                  <a:xfrm>
                    <a:off x="2519281" y="3310904"/>
                    <a:ext cx="1391193" cy="396785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Conv(k=1)</a:t>
                    </a:r>
                    <a:endParaRPr lang="zh-TW" altLang="en-US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1" name="接點: 肘形 160">
                    <a:extLst>
                      <a:ext uri="{FF2B5EF4-FFF2-40B4-BE49-F238E27FC236}">
                        <a16:creationId xmlns:a16="http://schemas.microsoft.com/office/drawing/2014/main" id="{0A69AA19-B62F-4B27-88AD-29339AF0F9A6}"/>
                      </a:ext>
                    </a:extLst>
                  </p:cNvPr>
                  <p:cNvCxnSpPr>
                    <a:stCxn id="160" idx="1"/>
                    <a:endCxn id="147" idx="1"/>
                  </p:cNvCxnSpPr>
                  <p:nvPr/>
                </p:nvCxnSpPr>
                <p:spPr>
                  <a:xfrm rot="10800000" flipV="1">
                    <a:off x="2518819" y="3509296"/>
                    <a:ext cx="462" cy="461855"/>
                  </a:xfrm>
                  <a:prstGeom prst="bentConnector3">
                    <a:avLst>
                      <a:gd name="adj1" fmla="val 97143074"/>
                    </a:avLst>
                  </a:prstGeom>
                  <a:ln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2" name="矩形: 圓角 161">
                    <a:extLst>
                      <a:ext uri="{FF2B5EF4-FFF2-40B4-BE49-F238E27FC236}">
                        <a16:creationId xmlns:a16="http://schemas.microsoft.com/office/drawing/2014/main" id="{B874DF43-0397-4A07-8DCA-5D835CB3B2C7}"/>
                      </a:ext>
                    </a:extLst>
                  </p:cNvPr>
                  <p:cNvSpPr/>
                  <p:nvPr/>
                </p:nvSpPr>
                <p:spPr>
                  <a:xfrm>
                    <a:off x="5079320" y="3310904"/>
                    <a:ext cx="1643768" cy="396785"/>
                  </a:xfrm>
                  <a:prstGeom prst="round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500" dirty="0" err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BottleNeck</a:t>
                    </a:r>
                    <a:r>
                      <a:rPr lang="en-US" altLang="zh-TW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*2</a:t>
                    </a:r>
                    <a:endParaRPr lang="zh-TW" altLang="en-US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直線單箭頭接點 162">
                    <a:extLst>
                      <a:ext uri="{FF2B5EF4-FFF2-40B4-BE49-F238E27FC236}">
                        <a16:creationId xmlns:a16="http://schemas.microsoft.com/office/drawing/2014/main" id="{406349E2-235E-4B7C-91A0-72184402DEC2}"/>
                      </a:ext>
                    </a:extLst>
                  </p:cNvPr>
                  <p:cNvCxnSpPr>
                    <a:stCxn id="160" idx="3"/>
                    <a:endCxn id="162" idx="1"/>
                  </p:cNvCxnSpPr>
                  <p:nvPr/>
                </p:nvCxnSpPr>
                <p:spPr>
                  <a:xfrm>
                    <a:off x="3910474" y="3509297"/>
                    <a:ext cx="1168846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6C2E26F7-4FBA-E70B-FD03-E3B3DAF558DB}"/>
                  </a:ext>
                </a:extLst>
              </p:cNvPr>
              <p:cNvGrpSpPr/>
              <p:nvPr/>
            </p:nvGrpSpPr>
            <p:grpSpPr>
              <a:xfrm>
                <a:off x="195721" y="3757004"/>
                <a:ext cx="7420934" cy="1123186"/>
                <a:chOff x="1632790" y="4153408"/>
                <a:chExt cx="7420934" cy="1123186"/>
              </a:xfrm>
            </p:grpSpPr>
            <p:sp>
              <p:nvSpPr>
                <p:cNvPr id="52" name="矩形: 圓角 51">
                  <a:extLst>
                    <a:ext uri="{FF2B5EF4-FFF2-40B4-BE49-F238E27FC236}">
                      <a16:creationId xmlns:a16="http://schemas.microsoft.com/office/drawing/2014/main" id="{95AE06A5-2424-24F6-0DC6-E8FADEE4A22B}"/>
                    </a:ext>
                  </a:extLst>
                </p:cNvPr>
                <p:cNvSpPr/>
                <p:nvPr/>
              </p:nvSpPr>
              <p:spPr>
                <a:xfrm>
                  <a:off x="2467458" y="4153408"/>
                  <a:ext cx="5660451" cy="1123186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rgbClr val="FB9D9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grpSp>
              <p:nvGrpSpPr>
                <p:cNvPr id="166" name="群組 165">
                  <a:extLst>
                    <a:ext uri="{FF2B5EF4-FFF2-40B4-BE49-F238E27FC236}">
                      <a16:creationId xmlns:a16="http://schemas.microsoft.com/office/drawing/2014/main" id="{62E332A0-88C9-4D17-94B2-A4A9DF043805}"/>
                    </a:ext>
                  </a:extLst>
                </p:cNvPr>
                <p:cNvGrpSpPr/>
                <p:nvPr/>
              </p:nvGrpSpPr>
              <p:grpSpPr>
                <a:xfrm>
                  <a:off x="1632790" y="4163918"/>
                  <a:ext cx="7420934" cy="967721"/>
                  <a:chOff x="1706128" y="4907367"/>
                  <a:chExt cx="7420934" cy="967721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7" name="文字方塊 166">
                        <a:extLst>
                          <a:ext uri="{FF2B5EF4-FFF2-40B4-BE49-F238E27FC236}">
                            <a16:creationId xmlns:a16="http://schemas.microsoft.com/office/drawing/2014/main" id="{C00AF2CD-B197-4CFE-A416-5DD0ABB0801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06128" y="5361642"/>
                        <a:ext cx="1391194" cy="3231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altLang="zh-TW" sz="15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6" name="文字方塊 135">
                        <a:extLst>
                          <a:ext uri="{FF2B5EF4-FFF2-40B4-BE49-F238E27FC236}">
                            <a16:creationId xmlns:a16="http://schemas.microsoft.com/office/drawing/2014/main" id="{D26E0B0F-676D-476A-85ED-C9BAF8FC432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06128" y="5361642"/>
                        <a:ext cx="1391194" cy="323165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68" name="矩形: 圓角 167">
                    <a:extLst>
                      <a:ext uri="{FF2B5EF4-FFF2-40B4-BE49-F238E27FC236}">
                        <a16:creationId xmlns:a16="http://schemas.microsoft.com/office/drawing/2014/main" id="{1A7746CD-83CA-449A-A908-F7BEE84CA57F}"/>
                      </a:ext>
                    </a:extLst>
                  </p:cNvPr>
                  <p:cNvSpPr/>
                  <p:nvPr/>
                </p:nvSpPr>
                <p:spPr>
                  <a:xfrm>
                    <a:off x="2627566" y="5478303"/>
                    <a:ext cx="1391193" cy="396785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Conv(k=3)</a:t>
                    </a:r>
                    <a:endParaRPr lang="zh-TW" altLang="en-US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70" name="群組 169">
                    <a:extLst>
                      <a:ext uri="{FF2B5EF4-FFF2-40B4-BE49-F238E27FC236}">
                        <a16:creationId xmlns:a16="http://schemas.microsoft.com/office/drawing/2014/main" id="{8C1CBAD7-3058-4754-B1D1-79BC85D37308}"/>
                      </a:ext>
                    </a:extLst>
                  </p:cNvPr>
                  <p:cNvGrpSpPr/>
                  <p:nvPr/>
                </p:nvGrpSpPr>
                <p:grpSpPr>
                  <a:xfrm>
                    <a:off x="7238235" y="5511683"/>
                    <a:ext cx="313100" cy="323165"/>
                    <a:chOff x="9527872" y="3222510"/>
                    <a:chExt cx="313100" cy="323165"/>
                  </a:xfrm>
                </p:grpSpPr>
                <p:sp>
                  <p:nvSpPr>
                    <p:cNvPr id="180" name="流程圖: 接點 179">
                      <a:extLst>
                        <a:ext uri="{FF2B5EF4-FFF2-40B4-BE49-F238E27FC236}">
                          <a16:creationId xmlns:a16="http://schemas.microsoft.com/office/drawing/2014/main" id="{D15EEAFB-0FA1-4991-9EBD-ED0718841B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27872" y="3222510"/>
                      <a:ext cx="268806" cy="284494"/>
                    </a:xfrm>
                    <a:prstGeom prst="flowChartConnector">
                      <a:avLst/>
                    </a:prstGeom>
                    <a:noFill/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35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81" name="文字方塊 180">
                          <a:extLst>
                            <a:ext uri="{FF2B5EF4-FFF2-40B4-BE49-F238E27FC236}">
                              <a16:creationId xmlns:a16="http://schemas.microsoft.com/office/drawing/2014/main" id="{442BE464-F6E2-4300-B6E1-0F0F6470F1D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527872" y="3222510"/>
                          <a:ext cx="313100" cy="3231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15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en-US" altLang="zh-TW" sz="1500" dirty="0"/>
                        </a:p>
                      </p:txBody>
                    </p:sp>
                  </mc:Choice>
                  <mc:Fallback xmlns="">
                    <p:sp>
                      <p:nvSpPr>
                        <p:cNvPr id="153" name="文字方塊 152">
                          <a:extLst>
                            <a:ext uri="{FF2B5EF4-FFF2-40B4-BE49-F238E27FC236}">
                              <a16:creationId xmlns:a16="http://schemas.microsoft.com/office/drawing/2014/main" id="{1DC2D1D0-D61F-48EA-8B0B-35DCC92D63F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527872" y="3222510"/>
                          <a:ext cx="313100" cy="323165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TW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1" name="文字方塊 170">
                        <a:extLst>
                          <a:ext uri="{FF2B5EF4-FFF2-40B4-BE49-F238E27FC236}">
                            <a16:creationId xmlns:a16="http://schemas.microsoft.com/office/drawing/2014/main" id="{01E7B151-6FB5-4CE7-9543-A9BBCED9812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35868" y="5369603"/>
                        <a:ext cx="1391194" cy="30008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out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altLang="zh-TW" sz="135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4" name="文字方塊 143">
                        <a:extLst>
                          <a:ext uri="{FF2B5EF4-FFF2-40B4-BE49-F238E27FC236}">
                            <a16:creationId xmlns:a16="http://schemas.microsoft.com/office/drawing/2014/main" id="{70DB09F5-620E-497B-ACB6-90C6DE67641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35868" y="5369603"/>
                        <a:ext cx="1391194" cy="300082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72" name="直線單箭頭接點 171">
                    <a:extLst>
                      <a:ext uri="{FF2B5EF4-FFF2-40B4-BE49-F238E27FC236}">
                        <a16:creationId xmlns:a16="http://schemas.microsoft.com/office/drawing/2014/main" id="{C423AC05-87F0-43FC-BE59-444624DD2E2F}"/>
                      </a:ext>
                    </a:extLst>
                  </p:cNvPr>
                  <p:cNvCxnSpPr>
                    <a:cxnSpLocks/>
                    <a:stCxn id="181" idx="3"/>
                  </p:cNvCxnSpPr>
                  <p:nvPr/>
                </p:nvCxnSpPr>
                <p:spPr>
                  <a:xfrm>
                    <a:off x="7551335" y="5673266"/>
                    <a:ext cx="1153659" cy="1154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4" name="文字方塊 173">
                    <a:extLst>
                      <a:ext uri="{FF2B5EF4-FFF2-40B4-BE49-F238E27FC236}">
                        <a16:creationId xmlns:a16="http://schemas.microsoft.com/office/drawing/2014/main" id="{6F0BFE99-D59A-4731-9441-39C4D0004D90}"/>
                      </a:ext>
                    </a:extLst>
                  </p:cNvPr>
                  <p:cNvSpPr txBox="1"/>
                  <p:nvPr/>
                </p:nvSpPr>
                <p:spPr>
                  <a:xfrm>
                    <a:off x="6715745" y="4907367"/>
                    <a:ext cx="1485502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zh-TW" sz="15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BottleNeck</a:t>
                    </a:r>
                    <a:endParaRPr lang="zh-TW" altLang="en-US" sz="15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5" name="矩形: 圓角 174">
                    <a:extLst>
                      <a:ext uri="{FF2B5EF4-FFF2-40B4-BE49-F238E27FC236}">
                        <a16:creationId xmlns:a16="http://schemas.microsoft.com/office/drawing/2014/main" id="{0E540822-18BF-4781-B17E-FCC60B3B8544}"/>
                      </a:ext>
                    </a:extLst>
                  </p:cNvPr>
                  <p:cNvSpPr/>
                  <p:nvPr/>
                </p:nvSpPr>
                <p:spPr>
                  <a:xfrm>
                    <a:off x="4374913" y="5473873"/>
                    <a:ext cx="1391193" cy="396785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Conv(k=3)</a:t>
                    </a:r>
                    <a:endParaRPr lang="zh-TW" altLang="en-US" sz="15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6" name="直線單箭頭接點 175">
                    <a:extLst>
                      <a:ext uri="{FF2B5EF4-FFF2-40B4-BE49-F238E27FC236}">
                        <a16:creationId xmlns:a16="http://schemas.microsoft.com/office/drawing/2014/main" id="{CCEDEB91-D3DD-4ADF-8C5A-AB6C5A02C3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1895" y="5684807"/>
                    <a:ext cx="377189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接點: 肘形 176">
                    <a:extLst>
                      <a:ext uri="{FF2B5EF4-FFF2-40B4-BE49-F238E27FC236}">
                        <a16:creationId xmlns:a16="http://schemas.microsoft.com/office/drawing/2014/main" id="{1219D789-2798-4541-8401-0E7D8B1AA3DC}"/>
                      </a:ext>
                    </a:extLst>
                  </p:cNvPr>
                  <p:cNvCxnSpPr>
                    <a:endCxn id="181" idx="0"/>
                  </p:cNvCxnSpPr>
                  <p:nvPr/>
                </p:nvCxnSpPr>
                <p:spPr>
                  <a:xfrm flipV="1">
                    <a:off x="2251895" y="5511683"/>
                    <a:ext cx="5142890" cy="160582"/>
                  </a:xfrm>
                  <a:prstGeom prst="bentConnector4">
                    <a:avLst>
                      <a:gd name="adj1" fmla="val -38"/>
                      <a:gd name="adj2" fmla="val 242357"/>
                    </a:avLst>
                  </a:prstGeom>
                  <a:ln>
                    <a:prstDash val="lgDash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8" name="直線單箭頭接點 177">
                    <a:extLst>
                      <a:ext uri="{FF2B5EF4-FFF2-40B4-BE49-F238E27FC236}">
                        <a16:creationId xmlns:a16="http://schemas.microsoft.com/office/drawing/2014/main" id="{5029845E-FBEC-492C-9174-4D456EFF17B3}"/>
                      </a:ext>
                    </a:extLst>
                  </p:cNvPr>
                  <p:cNvCxnSpPr>
                    <a:stCxn id="168" idx="3"/>
                    <a:endCxn id="175" idx="1"/>
                  </p:cNvCxnSpPr>
                  <p:nvPr/>
                </p:nvCxnSpPr>
                <p:spPr>
                  <a:xfrm flipV="1">
                    <a:off x="4018759" y="5672266"/>
                    <a:ext cx="356154" cy="443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直線單箭頭接點 178">
                    <a:extLst>
                      <a:ext uri="{FF2B5EF4-FFF2-40B4-BE49-F238E27FC236}">
                        <a16:creationId xmlns:a16="http://schemas.microsoft.com/office/drawing/2014/main" id="{6FDAEB5F-E74C-4793-831C-FF2D2229F1FD}"/>
                      </a:ext>
                    </a:extLst>
                  </p:cNvPr>
                  <p:cNvCxnSpPr>
                    <a:stCxn id="175" idx="3"/>
                    <a:endCxn id="181" idx="1"/>
                  </p:cNvCxnSpPr>
                  <p:nvPr/>
                </p:nvCxnSpPr>
                <p:spPr>
                  <a:xfrm>
                    <a:off x="5766106" y="5672266"/>
                    <a:ext cx="1472129" cy="10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53948D20-0FDB-48AF-8091-3250F99E604E}"/>
                  </a:ext>
                </a:extLst>
              </p:cNvPr>
              <p:cNvSpPr txBox="1"/>
              <p:nvPr/>
            </p:nvSpPr>
            <p:spPr>
              <a:xfrm>
                <a:off x="1023877" y="892823"/>
                <a:ext cx="257203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A2C2f_Manhattan (A2=False)</a:t>
                </a:r>
              </a:p>
            </p:txBody>
          </p:sp>
          <p:cxnSp>
            <p:nvCxnSpPr>
              <p:cNvPr id="15" name="直線單箭頭接點 14">
                <a:extLst>
                  <a:ext uri="{FF2B5EF4-FFF2-40B4-BE49-F238E27FC236}">
                    <a16:creationId xmlns:a16="http://schemas.microsoft.com/office/drawing/2014/main" id="{29B9F834-C62F-4D68-81DB-3FC697EB0CB3}"/>
                  </a:ext>
                </a:extLst>
              </p:cNvPr>
              <p:cNvCxnSpPr>
                <a:stCxn id="214" idx="3"/>
                <a:endCxn id="79" idx="1"/>
              </p:cNvCxnSpPr>
              <p:nvPr/>
            </p:nvCxnSpPr>
            <p:spPr>
              <a:xfrm flipV="1">
                <a:off x="6675574" y="1815592"/>
                <a:ext cx="649801" cy="81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>
                <a:extLst>
                  <a:ext uri="{FF2B5EF4-FFF2-40B4-BE49-F238E27FC236}">
                    <a16:creationId xmlns:a16="http://schemas.microsoft.com/office/drawing/2014/main" id="{FAACA62D-5C50-41F6-B4DD-6FBA6BFEA933}"/>
                  </a:ext>
                </a:extLst>
              </p:cNvPr>
              <p:cNvCxnSpPr>
                <a:stCxn id="79" idx="3"/>
                <a:endCxn id="99" idx="1"/>
              </p:cNvCxnSpPr>
              <p:nvPr/>
            </p:nvCxnSpPr>
            <p:spPr>
              <a:xfrm flipV="1">
                <a:off x="7638475" y="1815354"/>
                <a:ext cx="267817" cy="2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接點: 肘形 20">
                <a:extLst>
                  <a:ext uri="{FF2B5EF4-FFF2-40B4-BE49-F238E27FC236}">
                    <a16:creationId xmlns:a16="http://schemas.microsoft.com/office/drawing/2014/main" id="{BB0CC0B9-4E71-4596-8EAF-9504AF2D54EF}"/>
                  </a:ext>
                </a:extLst>
              </p:cNvPr>
              <p:cNvCxnSpPr>
                <a:stCxn id="79" idx="2"/>
                <a:endCxn id="108" idx="2"/>
              </p:cNvCxnSpPr>
              <p:nvPr/>
            </p:nvCxnSpPr>
            <p:spPr>
              <a:xfrm rot="16200000" flipH="1">
                <a:off x="8670911" y="788187"/>
                <a:ext cx="5903" cy="2383875"/>
              </a:xfrm>
              <a:prstGeom prst="bentConnector3">
                <a:avLst>
                  <a:gd name="adj1" fmla="val 3972607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>
                <a:extLst>
                  <a:ext uri="{FF2B5EF4-FFF2-40B4-BE49-F238E27FC236}">
                    <a16:creationId xmlns:a16="http://schemas.microsoft.com/office/drawing/2014/main" id="{31F2D4ED-39C9-458A-BDCA-B6B3B4770835}"/>
                  </a:ext>
                </a:extLst>
              </p:cNvPr>
              <p:cNvCxnSpPr>
                <a:stCxn id="99" idx="3"/>
                <a:endCxn id="108" idx="1"/>
              </p:cNvCxnSpPr>
              <p:nvPr/>
            </p:nvCxnSpPr>
            <p:spPr>
              <a:xfrm>
                <a:off x="9395458" y="1815354"/>
                <a:ext cx="313792" cy="61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接點: 肘形 122">
                <a:extLst>
                  <a:ext uri="{FF2B5EF4-FFF2-40B4-BE49-F238E27FC236}">
                    <a16:creationId xmlns:a16="http://schemas.microsoft.com/office/drawing/2014/main" id="{75F05B80-CF43-4CBD-B6CD-31BF6C268628}"/>
                  </a:ext>
                </a:extLst>
              </p:cNvPr>
              <p:cNvCxnSpPr>
                <a:cxnSpLocks/>
                <a:endCxn id="108" idx="0"/>
              </p:cNvCxnSpPr>
              <p:nvPr/>
            </p:nvCxnSpPr>
            <p:spPr>
              <a:xfrm flipV="1">
                <a:off x="7766602" y="1659912"/>
                <a:ext cx="2099198" cy="141026"/>
              </a:xfrm>
              <a:prstGeom prst="bentConnector4">
                <a:avLst>
                  <a:gd name="adj1" fmla="val 348"/>
                  <a:gd name="adj2" fmla="val 377703"/>
                </a:avLst>
              </a:prstGeom>
              <a:ln>
                <a:prstDash val="lg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2DD002F-5695-5608-1C41-7A7272C72003}"/>
                </a:ext>
              </a:extLst>
            </p:cNvPr>
            <p:cNvSpPr/>
            <p:nvPr/>
          </p:nvSpPr>
          <p:spPr>
            <a:xfrm>
              <a:off x="942975" y="1800225"/>
              <a:ext cx="10580523" cy="4384468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93126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524</Words>
  <Application>Microsoft Office PowerPoint</Application>
  <PresentationFormat>寬螢幕</PresentationFormat>
  <Paragraphs>226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郁婷 王</dc:creator>
  <cp:lastModifiedBy>YuTing</cp:lastModifiedBy>
  <cp:revision>160</cp:revision>
  <dcterms:created xsi:type="dcterms:W3CDTF">2026-05-11T18:29:19Z</dcterms:created>
  <dcterms:modified xsi:type="dcterms:W3CDTF">2026-08-01T09:33:41Z</dcterms:modified>
</cp:coreProperties>
</file>